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omments/modernComment_100_0.xml" ContentType="application/vnd.ms-powerpoint.comments+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3" r:id="rId18"/>
    <p:sldId id="275" r:id="rId19"/>
  </p:sldIdLst>
  <p:sldSz cx="9144000" cy="6858000" type="screen4x3"/>
  <p:notesSz cx="9144000" cy="6858000"/>
  <p:defaultTextStyle>
    <a:defPPr>
      <a:defRPr kern="0"/>
    </a:defPPr>
  </p:defaultTextStyle>
  <p:extLst>
    <p:ext uri="{521415D9-36F7-43E2-AB2F-B90AF26B5E84}">
      <p14:sectionLst xmlns:p14="http://schemas.microsoft.com/office/powerpoint/2010/main">
        <p14:section name="Default Section" id="{30C5ED9C-B68D-4F27-B18E-129986E15D0E}">
          <p14:sldIdLst>
            <p14:sldId id="256"/>
            <p14:sldId id="257"/>
            <p14:sldId id="258"/>
            <p14:sldId id="259"/>
            <p14:sldId id="260"/>
            <p14:sldId id="261"/>
            <p14:sldId id="262"/>
            <p14:sldId id="263"/>
            <p14:sldId id="264"/>
            <p14:sldId id="265"/>
            <p14:sldId id="266"/>
            <p14:sldId id="267"/>
            <p14:sldId id="268"/>
            <p14:sldId id="269"/>
            <p14:sldId id="270"/>
            <p14:sldId id="272"/>
            <p14:sldId id="273"/>
            <p14:sldId id="275"/>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05145C8-606D-48C1-5C46-A0F54799D828}" name="Nishant Dhull" initials="ND" userId="63d31a9781358142"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787"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omments/modernComment_100_0.xml><?xml version="1.0" encoding="utf-8"?>
<p188:cmLst xmlns:a="http://schemas.openxmlformats.org/drawingml/2006/main" xmlns:r="http://schemas.openxmlformats.org/officeDocument/2006/relationships" xmlns:p188="http://schemas.microsoft.com/office/powerpoint/2018/8/main">
  <p188:cm id="{B2712D24-1300-462E-B9E6-6B0741111804}" authorId="{305145C8-606D-48C1-5C46-A0F54799D828}" created="2026-03-05T07:08:01.441">
    <ac:deMkLst xmlns:ac="http://schemas.microsoft.com/office/drawing/2013/main/command">
      <pc:docMk xmlns:pc="http://schemas.microsoft.com/office/powerpoint/2013/main/command"/>
      <pc:sldMk xmlns:pc="http://schemas.microsoft.com/office/powerpoint/2013/main/command" cId="0" sldId="256"/>
      <ac:picMk id="3" creationId="{00000000-0000-0000-0000-000000000000}"/>
    </ac:deMkLst>
    <p188:txBody>
      <a:bodyPr/>
      <a:lstStyle/>
      <a:p>
        <a:r>
          <a:rPr lang="en-IN"/>
          <a:t>By Nishant &amp; Rohit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2C2C97DB-4DDF-404A-85EF-AE4E49D6FFEE}" type="datetimeFigureOut">
              <a:rPr lang="en-IN" smtClean="0"/>
              <a:t>04-06-2026</a:t>
            </a:fld>
            <a:endParaRPr lang="en-IN"/>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1BC836C9-5520-4102-A999-B9362C40BC61}" type="slidenum">
              <a:rPr lang="en-IN" smtClean="0"/>
              <a:t>‹#›</a:t>
            </a:fld>
            <a:endParaRPr lang="en-IN"/>
          </a:p>
        </p:txBody>
      </p:sp>
    </p:spTree>
    <p:extLst>
      <p:ext uri="{BB962C8B-B14F-4D97-AF65-F5344CB8AC3E}">
        <p14:creationId xmlns:p14="http://schemas.microsoft.com/office/powerpoint/2010/main" val="1151032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BC836C9-5520-4102-A999-B9362C40BC61}" type="slidenum">
              <a:rPr lang="en-IN" smtClean="0"/>
              <a:t>15</a:t>
            </a:fld>
            <a:endParaRPr lang="en-IN"/>
          </a:p>
        </p:txBody>
      </p:sp>
    </p:spTree>
    <p:extLst>
      <p:ext uri="{BB962C8B-B14F-4D97-AF65-F5344CB8AC3E}">
        <p14:creationId xmlns:p14="http://schemas.microsoft.com/office/powerpoint/2010/main" val="9881596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3200" b="1" i="0">
                <a:solidFill>
                  <a:schemeClr val="tx1"/>
                </a:solidFill>
                <a:latin typeface="Arial"/>
                <a:cs typeface="Aria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1800" b="1"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800" b="1"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270254" y="228598"/>
            <a:ext cx="8611870" cy="22860"/>
          </a:xfrm>
          <a:custGeom>
            <a:avLst/>
            <a:gdLst/>
            <a:ahLst/>
            <a:cxnLst/>
            <a:rect l="l" t="t" r="r" b="b"/>
            <a:pathLst>
              <a:path w="8611870" h="22860">
                <a:moveTo>
                  <a:pt x="8611602" y="22860"/>
                </a:moveTo>
                <a:lnTo>
                  <a:pt x="0" y="22860"/>
                </a:lnTo>
                <a:lnTo>
                  <a:pt x="5334" y="19049"/>
                </a:lnTo>
                <a:lnTo>
                  <a:pt x="12954" y="12699"/>
                </a:lnTo>
                <a:lnTo>
                  <a:pt x="15914" y="11429"/>
                </a:lnTo>
                <a:lnTo>
                  <a:pt x="18872" y="10159"/>
                </a:lnTo>
                <a:lnTo>
                  <a:pt x="30734" y="5079"/>
                </a:lnTo>
                <a:lnTo>
                  <a:pt x="39624" y="2551"/>
                </a:lnTo>
                <a:lnTo>
                  <a:pt x="49784" y="0"/>
                </a:lnTo>
                <a:lnTo>
                  <a:pt x="8561302" y="0"/>
                </a:lnTo>
                <a:lnTo>
                  <a:pt x="8581627" y="5079"/>
                </a:lnTo>
                <a:lnTo>
                  <a:pt x="8589252" y="8901"/>
                </a:lnTo>
                <a:lnTo>
                  <a:pt x="8592202" y="10159"/>
                </a:lnTo>
                <a:lnTo>
                  <a:pt x="8595152" y="11429"/>
                </a:lnTo>
                <a:lnTo>
                  <a:pt x="8598127" y="12699"/>
                </a:lnTo>
                <a:lnTo>
                  <a:pt x="8607027" y="19049"/>
                </a:lnTo>
                <a:lnTo>
                  <a:pt x="8611602" y="22860"/>
                </a:lnTo>
                <a:close/>
              </a:path>
            </a:pathLst>
          </a:custGeom>
          <a:solidFill>
            <a:srgbClr val="82D1FD"/>
          </a:solidFill>
        </p:spPr>
        <p:txBody>
          <a:bodyPr wrap="square" lIns="0" tIns="0" rIns="0" bIns="0" rtlCol="0"/>
          <a:lstStyle/>
          <a:p>
            <a:endParaRPr/>
          </a:p>
        </p:txBody>
      </p:sp>
      <p:sp>
        <p:nvSpPr>
          <p:cNvPr id="17" name="bg object 17"/>
          <p:cNvSpPr/>
          <p:nvPr/>
        </p:nvSpPr>
        <p:spPr>
          <a:xfrm>
            <a:off x="249224" y="250189"/>
            <a:ext cx="8653780" cy="22860"/>
          </a:xfrm>
          <a:custGeom>
            <a:avLst/>
            <a:gdLst/>
            <a:ahLst/>
            <a:cxnLst/>
            <a:rect l="l" t="t" r="r" b="b"/>
            <a:pathLst>
              <a:path w="8653780" h="22860">
                <a:moveTo>
                  <a:pt x="8653602" y="22860"/>
                </a:moveTo>
                <a:lnTo>
                  <a:pt x="8649652" y="16510"/>
                </a:lnTo>
                <a:lnTo>
                  <a:pt x="8644547" y="11430"/>
                </a:lnTo>
                <a:lnTo>
                  <a:pt x="8643302" y="10160"/>
                </a:lnTo>
                <a:lnTo>
                  <a:pt x="8631098" y="0"/>
                </a:lnTo>
                <a:lnTo>
                  <a:pt x="22796" y="0"/>
                </a:lnTo>
                <a:lnTo>
                  <a:pt x="17462" y="3810"/>
                </a:lnTo>
                <a:lnTo>
                  <a:pt x="9842" y="10160"/>
                </a:lnTo>
                <a:lnTo>
                  <a:pt x="8826" y="11430"/>
                </a:lnTo>
                <a:lnTo>
                  <a:pt x="4762" y="16510"/>
                </a:lnTo>
                <a:lnTo>
                  <a:pt x="0" y="22860"/>
                </a:lnTo>
                <a:lnTo>
                  <a:pt x="8653602" y="22860"/>
                </a:lnTo>
                <a:close/>
              </a:path>
            </a:pathLst>
          </a:custGeom>
          <a:solidFill>
            <a:srgbClr val="80D1FD"/>
          </a:solidFill>
        </p:spPr>
        <p:txBody>
          <a:bodyPr wrap="square" lIns="0" tIns="0" rIns="0" bIns="0" rtlCol="0"/>
          <a:lstStyle/>
          <a:p>
            <a:endParaRPr/>
          </a:p>
        </p:txBody>
      </p:sp>
      <p:sp>
        <p:nvSpPr>
          <p:cNvPr id="18" name="bg object 18"/>
          <p:cNvSpPr/>
          <p:nvPr/>
        </p:nvSpPr>
        <p:spPr>
          <a:xfrm>
            <a:off x="241299" y="271779"/>
            <a:ext cx="8670290" cy="12700"/>
          </a:xfrm>
          <a:custGeom>
            <a:avLst/>
            <a:gdLst/>
            <a:ahLst/>
            <a:cxnLst/>
            <a:rect l="l" t="t" r="r" b="b"/>
            <a:pathLst>
              <a:path w="8670290" h="12700">
                <a:moveTo>
                  <a:pt x="8670282" y="12699"/>
                </a:moveTo>
                <a:lnTo>
                  <a:pt x="0" y="12699"/>
                </a:lnTo>
                <a:lnTo>
                  <a:pt x="5078" y="5079"/>
                </a:lnTo>
                <a:lnTo>
                  <a:pt x="8889" y="0"/>
                </a:lnTo>
                <a:lnTo>
                  <a:pt x="8660757" y="0"/>
                </a:lnTo>
                <a:lnTo>
                  <a:pt x="8663932" y="5079"/>
                </a:lnTo>
                <a:lnTo>
                  <a:pt x="8670282" y="12699"/>
                </a:lnTo>
                <a:close/>
              </a:path>
            </a:pathLst>
          </a:custGeom>
          <a:solidFill>
            <a:srgbClr val="7ED1FD"/>
          </a:solidFill>
        </p:spPr>
        <p:txBody>
          <a:bodyPr wrap="square" lIns="0" tIns="0" rIns="0" bIns="0" rtlCol="0"/>
          <a:lstStyle/>
          <a:p>
            <a:endParaRPr/>
          </a:p>
        </p:txBody>
      </p:sp>
      <p:sp>
        <p:nvSpPr>
          <p:cNvPr id="19" name="bg object 19"/>
          <p:cNvSpPr/>
          <p:nvPr/>
        </p:nvSpPr>
        <p:spPr>
          <a:xfrm>
            <a:off x="235266" y="283209"/>
            <a:ext cx="8681085" cy="11430"/>
          </a:xfrm>
          <a:custGeom>
            <a:avLst/>
            <a:gdLst/>
            <a:ahLst/>
            <a:cxnLst/>
            <a:rect l="l" t="t" r="r" b="b"/>
            <a:pathLst>
              <a:path w="8681085" h="11429">
                <a:moveTo>
                  <a:pt x="8681065" y="11429"/>
                </a:moveTo>
                <a:lnTo>
                  <a:pt x="0" y="11429"/>
                </a:lnTo>
                <a:lnTo>
                  <a:pt x="951" y="8889"/>
                </a:lnTo>
                <a:lnTo>
                  <a:pt x="6878" y="0"/>
                </a:lnTo>
                <a:lnTo>
                  <a:pt x="8675240" y="0"/>
                </a:lnTo>
                <a:lnTo>
                  <a:pt x="8676315" y="1269"/>
                </a:lnTo>
                <a:lnTo>
                  <a:pt x="8680115" y="8889"/>
                </a:lnTo>
                <a:lnTo>
                  <a:pt x="8681065" y="11429"/>
                </a:lnTo>
                <a:close/>
              </a:path>
            </a:pathLst>
          </a:custGeom>
          <a:solidFill>
            <a:srgbClr val="7ECFFB"/>
          </a:solidFill>
        </p:spPr>
        <p:txBody>
          <a:bodyPr wrap="square" lIns="0" tIns="0" rIns="0" bIns="0" rtlCol="0"/>
          <a:lstStyle/>
          <a:p>
            <a:endParaRPr/>
          </a:p>
        </p:txBody>
      </p:sp>
      <p:sp>
        <p:nvSpPr>
          <p:cNvPr id="20" name="bg object 20"/>
          <p:cNvSpPr/>
          <p:nvPr/>
        </p:nvSpPr>
        <p:spPr>
          <a:xfrm>
            <a:off x="229069" y="294639"/>
            <a:ext cx="8694420" cy="22860"/>
          </a:xfrm>
          <a:custGeom>
            <a:avLst/>
            <a:gdLst/>
            <a:ahLst/>
            <a:cxnLst/>
            <a:rect l="l" t="t" r="r" b="b"/>
            <a:pathLst>
              <a:path w="8694420" h="22860">
                <a:moveTo>
                  <a:pt x="8694229" y="22860"/>
                </a:moveTo>
                <a:lnTo>
                  <a:pt x="8692655" y="16510"/>
                </a:lnTo>
                <a:lnTo>
                  <a:pt x="8691181" y="11430"/>
                </a:lnTo>
                <a:lnTo>
                  <a:pt x="8690826" y="10160"/>
                </a:lnTo>
                <a:lnTo>
                  <a:pt x="8690102" y="7620"/>
                </a:lnTo>
                <a:lnTo>
                  <a:pt x="8687257" y="0"/>
                </a:lnTo>
                <a:lnTo>
                  <a:pt x="6184" y="0"/>
                </a:lnTo>
                <a:lnTo>
                  <a:pt x="3327" y="7620"/>
                </a:lnTo>
                <a:lnTo>
                  <a:pt x="2603" y="10160"/>
                </a:lnTo>
                <a:lnTo>
                  <a:pt x="787" y="16510"/>
                </a:lnTo>
                <a:lnTo>
                  <a:pt x="0" y="22860"/>
                </a:lnTo>
                <a:lnTo>
                  <a:pt x="8694229" y="22860"/>
                </a:lnTo>
                <a:close/>
              </a:path>
            </a:pathLst>
          </a:custGeom>
          <a:solidFill>
            <a:srgbClr val="7CCFFB"/>
          </a:solidFill>
        </p:spPr>
        <p:txBody>
          <a:bodyPr wrap="square" lIns="0" tIns="0" rIns="0" bIns="0" rtlCol="0"/>
          <a:lstStyle/>
          <a:p>
            <a:endParaRPr/>
          </a:p>
        </p:txBody>
      </p:sp>
      <p:sp>
        <p:nvSpPr>
          <p:cNvPr id="21" name="bg object 21"/>
          <p:cNvSpPr/>
          <p:nvPr/>
        </p:nvSpPr>
        <p:spPr>
          <a:xfrm>
            <a:off x="228587" y="316242"/>
            <a:ext cx="8695690" cy="12700"/>
          </a:xfrm>
          <a:custGeom>
            <a:avLst/>
            <a:gdLst/>
            <a:ahLst/>
            <a:cxnLst/>
            <a:rect l="l" t="t" r="r" b="b"/>
            <a:pathLst>
              <a:path w="8695690" h="12700">
                <a:moveTo>
                  <a:pt x="8695690" y="5080"/>
                </a:moveTo>
                <a:lnTo>
                  <a:pt x="8695042" y="5080"/>
                </a:lnTo>
                <a:lnTo>
                  <a:pt x="8695042" y="0"/>
                </a:lnTo>
                <a:lnTo>
                  <a:pt x="317" y="0"/>
                </a:lnTo>
                <a:lnTo>
                  <a:pt x="317" y="5080"/>
                </a:lnTo>
                <a:lnTo>
                  <a:pt x="0" y="5080"/>
                </a:lnTo>
                <a:lnTo>
                  <a:pt x="0" y="12700"/>
                </a:lnTo>
                <a:lnTo>
                  <a:pt x="8695690" y="12700"/>
                </a:lnTo>
                <a:lnTo>
                  <a:pt x="8695690" y="5080"/>
                </a:lnTo>
                <a:close/>
              </a:path>
            </a:pathLst>
          </a:custGeom>
          <a:solidFill>
            <a:srgbClr val="7BCFFB"/>
          </a:solidFill>
        </p:spPr>
        <p:txBody>
          <a:bodyPr wrap="square" lIns="0" tIns="0" rIns="0" bIns="0" rtlCol="0"/>
          <a:lstStyle/>
          <a:p>
            <a:endParaRPr/>
          </a:p>
        </p:txBody>
      </p:sp>
      <p:sp>
        <p:nvSpPr>
          <p:cNvPr id="22" name="bg object 22"/>
          <p:cNvSpPr/>
          <p:nvPr/>
        </p:nvSpPr>
        <p:spPr>
          <a:xfrm>
            <a:off x="228587" y="327659"/>
            <a:ext cx="8695690" cy="22860"/>
          </a:xfrm>
          <a:custGeom>
            <a:avLst/>
            <a:gdLst/>
            <a:ahLst/>
            <a:cxnLst/>
            <a:rect l="l" t="t" r="r" b="b"/>
            <a:pathLst>
              <a:path w="8695690" h="22860">
                <a:moveTo>
                  <a:pt x="8695690" y="0"/>
                </a:moveTo>
                <a:lnTo>
                  <a:pt x="0" y="0"/>
                </a:lnTo>
                <a:lnTo>
                  <a:pt x="0" y="10160"/>
                </a:lnTo>
                <a:lnTo>
                  <a:pt x="0" y="11430"/>
                </a:lnTo>
                <a:lnTo>
                  <a:pt x="0" y="22860"/>
                </a:lnTo>
                <a:lnTo>
                  <a:pt x="8695690" y="22860"/>
                </a:lnTo>
                <a:lnTo>
                  <a:pt x="8695690" y="11430"/>
                </a:lnTo>
                <a:lnTo>
                  <a:pt x="8695690" y="10160"/>
                </a:lnTo>
                <a:lnTo>
                  <a:pt x="8695690" y="0"/>
                </a:lnTo>
                <a:close/>
              </a:path>
            </a:pathLst>
          </a:custGeom>
          <a:solidFill>
            <a:srgbClr val="79CDFB"/>
          </a:solidFill>
        </p:spPr>
        <p:txBody>
          <a:bodyPr wrap="square" lIns="0" tIns="0" rIns="0" bIns="0" rtlCol="0"/>
          <a:lstStyle/>
          <a:p>
            <a:endParaRPr/>
          </a:p>
        </p:txBody>
      </p:sp>
      <p:sp>
        <p:nvSpPr>
          <p:cNvPr id="23" name="bg object 23"/>
          <p:cNvSpPr/>
          <p:nvPr/>
        </p:nvSpPr>
        <p:spPr>
          <a:xfrm>
            <a:off x="228587" y="349249"/>
            <a:ext cx="8695690" cy="24130"/>
          </a:xfrm>
          <a:custGeom>
            <a:avLst/>
            <a:gdLst/>
            <a:ahLst/>
            <a:cxnLst/>
            <a:rect l="l" t="t" r="r" b="b"/>
            <a:pathLst>
              <a:path w="8695690" h="24129">
                <a:moveTo>
                  <a:pt x="8695690" y="0"/>
                </a:moveTo>
                <a:lnTo>
                  <a:pt x="0" y="0"/>
                </a:lnTo>
                <a:lnTo>
                  <a:pt x="0" y="11430"/>
                </a:lnTo>
                <a:lnTo>
                  <a:pt x="0" y="12700"/>
                </a:lnTo>
                <a:lnTo>
                  <a:pt x="0" y="24130"/>
                </a:lnTo>
                <a:lnTo>
                  <a:pt x="8695690" y="24130"/>
                </a:lnTo>
                <a:lnTo>
                  <a:pt x="8695690" y="12700"/>
                </a:lnTo>
                <a:lnTo>
                  <a:pt x="8695690" y="11430"/>
                </a:lnTo>
                <a:lnTo>
                  <a:pt x="8695690" y="0"/>
                </a:lnTo>
                <a:close/>
              </a:path>
            </a:pathLst>
          </a:custGeom>
          <a:solidFill>
            <a:srgbClr val="77CDFB"/>
          </a:solidFill>
        </p:spPr>
        <p:txBody>
          <a:bodyPr wrap="square" lIns="0" tIns="0" rIns="0" bIns="0" rtlCol="0"/>
          <a:lstStyle/>
          <a:p>
            <a:endParaRPr/>
          </a:p>
        </p:txBody>
      </p:sp>
      <p:sp>
        <p:nvSpPr>
          <p:cNvPr id="24" name="bg object 24"/>
          <p:cNvSpPr/>
          <p:nvPr/>
        </p:nvSpPr>
        <p:spPr>
          <a:xfrm>
            <a:off x="228587" y="372109"/>
            <a:ext cx="8695690" cy="22860"/>
          </a:xfrm>
          <a:custGeom>
            <a:avLst/>
            <a:gdLst/>
            <a:ahLst/>
            <a:cxnLst/>
            <a:rect l="l" t="t" r="r" b="b"/>
            <a:pathLst>
              <a:path w="8695690" h="22860">
                <a:moveTo>
                  <a:pt x="8695690" y="0"/>
                </a:moveTo>
                <a:lnTo>
                  <a:pt x="0" y="0"/>
                </a:lnTo>
                <a:lnTo>
                  <a:pt x="0" y="10160"/>
                </a:lnTo>
                <a:lnTo>
                  <a:pt x="0" y="11430"/>
                </a:lnTo>
                <a:lnTo>
                  <a:pt x="0" y="22860"/>
                </a:lnTo>
                <a:lnTo>
                  <a:pt x="8695690" y="22860"/>
                </a:lnTo>
                <a:lnTo>
                  <a:pt x="8695690" y="11430"/>
                </a:lnTo>
                <a:lnTo>
                  <a:pt x="8695690" y="10160"/>
                </a:lnTo>
                <a:lnTo>
                  <a:pt x="8695690" y="0"/>
                </a:lnTo>
                <a:close/>
              </a:path>
            </a:pathLst>
          </a:custGeom>
          <a:solidFill>
            <a:srgbClr val="75CCF9"/>
          </a:solidFill>
        </p:spPr>
        <p:txBody>
          <a:bodyPr wrap="square" lIns="0" tIns="0" rIns="0" bIns="0" rtlCol="0"/>
          <a:lstStyle/>
          <a:p>
            <a:endParaRPr/>
          </a:p>
        </p:txBody>
      </p:sp>
      <p:sp>
        <p:nvSpPr>
          <p:cNvPr id="25" name="bg object 25"/>
          <p:cNvSpPr/>
          <p:nvPr/>
        </p:nvSpPr>
        <p:spPr>
          <a:xfrm>
            <a:off x="228599" y="393699"/>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74CCF9"/>
          </a:solidFill>
        </p:spPr>
        <p:txBody>
          <a:bodyPr wrap="square" lIns="0" tIns="0" rIns="0" bIns="0" rtlCol="0"/>
          <a:lstStyle/>
          <a:p>
            <a:endParaRPr/>
          </a:p>
        </p:txBody>
      </p:sp>
      <p:sp>
        <p:nvSpPr>
          <p:cNvPr id="26" name="bg object 26"/>
          <p:cNvSpPr/>
          <p:nvPr/>
        </p:nvSpPr>
        <p:spPr>
          <a:xfrm>
            <a:off x="228599" y="405129"/>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72CCF9"/>
          </a:solidFill>
        </p:spPr>
        <p:txBody>
          <a:bodyPr wrap="square" lIns="0" tIns="0" rIns="0" bIns="0" rtlCol="0"/>
          <a:lstStyle/>
          <a:p>
            <a:endParaRPr/>
          </a:p>
        </p:txBody>
      </p:sp>
      <p:sp>
        <p:nvSpPr>
          <p:cNvPr id="27" name="bg object 27"/>
          <p:cNvSpPr/>
          <p:nvPr/>
        </p:nvSpPr>
        <p:spPr>
          <a:xfrm>
            <a:off x="228599" y="416559"/>
            <a:ext cx="8695690" cy="11430"/>
          </a:xfrm>
          <a:custGeom>
            <a:avLst/>
            <a:gdLst/>
            <a:ahLst/>
            <a:cxnLst/>
            <a:rect l="l" t="t" r="r" b="b"/>
            <a:pathLst>
              <a:path w="8695690" h="11429">
                <a:moveTo>
                  <a:pt x="8695682" y="11429"/>
                </a:moveTo>
                <a:lnTo>
                  <a:pt x="0" y="11429"/>
                </a:lnTo>
                <a:lnTo>
                  <a:pt x="0" y="0"/>
                </a:lnTo>
                <a:lnTo>
                  <a:pt x="8695682" y="0"/>
                </a:lnTo>
                <a:lnTo>
                  <a:pt x="8695682" y="11429"/>
                </a:lnTo>
                <a:close/>
              </a:path>
            </a:pathLst>
          </a:custGeom>
          <a:solidFill>
            <a:srgbClr val="72CAF9"/>
          </a:solidFill>
        </p:spPr>
        <p:txBody>
          <a:bodyPr wrap="square" lIns="0" tIns="0" rIns="0" bIns="0" rtlCol="0"/>
          <a:lstStyle/>
          <a:p>
            <a:endParaRPr/>
          </a:p>
        </p:txBody>
      </p:sp>
      <p:sp>
        <p:nvSpPr>
          <p:cNvPr id="28" name="bg object 28"/>
          <p:cNvSpPr/>
          <p:nvPr/>
        </p:nvSpPr>
        <p:spPr>
          <a:xfrm>
            <a:off x="228599" y="426719"/>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70CAF9"/>
          </a:solidFill>
        </p:spPr>
        <p:txBody>
          <a:bodyPr wrap="square" lIns="0" tIns="0" rIns="0" bIns="0" rtlCol="0"/>
          <a:lstStyle/>
          <a:p>
            <a:endParaRPr/>
          </a:p>
        </p:txBody>
      </p:sp>
      <p:sp>
        <p:nvSpPr>
          <p:cNvPr id="29" name="bg object 29"/>
          <p:cNvSpPr/>
          <p:nvPr/>
        </p:nvSpPr>
        <p:spPr>
          <a:xfrm>
            <a:off x="228599" y="438149"/>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70C8F9"/>
          </a:solidFill>
        </p:spPr>
        <p:txBody>
          <a:bodyPr wrap="square" lIns="0" tIns="0" rIns="0" bIns="0" rtlCol="0"/>
          <a:lstStyle/>
          <a:p>
            <a:endParaRPr/>
          </a:p>
        </p:txBody>
      </p:sp>
      <p:sp>
        <p:nvSpPr>
          <p:cNvPr id="30" name="bg object 30"/>
          <p:cNvSpPr/>
          <p:nvPr/>
        </p:nvSpPr>
        <p:spPr>
          <a:xfrm>
            <a:off x="228587" y="449579"/>
            <a:ext cx="8695690" cy="22860"/>
          </a:xfrm>
          <a:custGeom>
            <a:avLst/>
            <a:gdLst/>
            <a:ahLst/>
            <a:cxnLst/>
            <a:rect l="l" t="t" r="r" b="b"/>
            <a:pathLst>
              <a:path w="8695690" h="22859">
                <a:moveTo>
                  <a:pt x="8695690" y="0"/>
                </a:moveTo>
                <a:lnTo>
                  <a:pt x="0" y="0"/>
                </a:lnTo>
                <a:lnTo>
                  <a:pt x="0" y="11430"/>
                </a:lnTo>
                <a:lnTo>
                  <a:pt x="0" y="22860"/>
                </a:lnTo>
                <a:lnTo>
                  <a:pt x="8695690" y="22860"/>
                </a:lnTo>
                <a:lnTo>
                  <a:pt x="8695690" y="11430"/>
                </a:lnTo>
                <a:lnTo>
                  <a:pt x="8695690" y="0"/>
                </a:lnTo>
                <a:close/>
              </a:path>
            </a:pathLst>
          </a:custGeom>
          <a:solidFill>
            <a:srgbClr val="6EC8F9"/>
          </a:solidFill>
        </p:spPr>
        <p:txBody>
          <a:bodyPr wrap="square" lIns="0" tIns="0" rIns="0" bIns="0" rtlCol="0"/>
          <a:lstStyle/>
          <a:p>
            <a:endParaRPr/>
          </a:p>
        </p:txBody>
      </p:sp>
      <p:sp>
        <p:nvSpPr>
          <p:cNvPr id="31" name="bg object 31"/>
          <p:cNvSpPr/>
          <p:nvPr/>
        </p:nvSpPr>
        <p:spPr>
          <a:xfrm>
            <a:off x="228599" y="471169"/>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6DC8F7"/>
          </a:solidFill>
        </p:spPr>
        <p:txBody>
          <a:bodyPr wrap="square" lIns="0" tIns="0" rIns="0" bIns="0" rtlCol="0"/>
          <a:lstStyle/>
          <a:p>
            <a:endParaRPr/>
          </a:p>
        </p:txBody>
      </p:sp>
      <p:sp>
        <p:nvSpPr>
          <p:cNvPr id="32" name="bg object 32"/>
          <p:cNvSpPr/>
          <p:nvPr/>
        </p:nvSpPr>
        <p:spPr>
          <a:xfrm>
            <a:off x="228587" y="482599"/>
            <a:ext cx="8695690" cy="22860"/>
          </a:xfrm>
          <a:custGeom>
            <a:avLst/>
            <a:gdLst/>
            <a:ahLst/>
            <a:cxnLst/>
            <a:rect l="l" t="t" r="r" b="b"/>
            <a:pathLst>
              <a:path w="8695690" h="22859">
                <a:moveTo>
                  <a:pt x="8695690" y="0"/>
                </a:moveTo>
                <a:lnTo>
                  <a:pt x="0" y="0"/>
                </a:lnTo>
                <a:lnTo>
                  <a:pt x="0" y="11430"/>
                </a:lnTo>
                <a:lnTo>
                  <a:pt x="0" y="22860"/>
                </a:lnTo>
                <a:lnTo>
                  <a:pt x="8695690" y="22860"/>
                </a:lnTo>
                <a:lnTo>
                  <a:pt x="8695690" y="11430"/>
                </a:lnTo>
                <a:lnTo>
                  <a:pt x="8695690" y="0"/>
                </a:lnTo>
                <a:close/>
              </a:path>
            </a:pathLst>
          </a:custGeom>
          <a:solidFill>
            <a:srgbClr val="6BC6F7"/>
          </a:solidFill>
        </p:spPr>
        <p:txBody>
          <a:bodyPr wrap="square" lIns="0" tIns="0" rIns="0" bIns="0" rtlCol="0"/>
          <a:lstStyle/>
          <a:p>
            <a:endParaRPr/>
          </a:p>
        </p:txBody>
      </p:sp>
      <p:sp>
        <p:nvSpPr>
          <p:cNvPr id="33" name="bg object 33"/>
          <p:cNvSpPr/>
          <p:nvPr/>
        </p:nvSpPr>
        <p:spPr>
          <a:xfrm>
            <a:off x="228599" y="504188"/>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69C6F7"/>
          </a:solidFill>
        </p:spPr>
        <p:txBody>
          <a:bodyPr wrap="square" lIns="0" tIns="0" rIns="0" bIns="0" rtlCol="0"/>
          <a:lstStyle/>
          <a:p>
            <a:endParaRPr/>
          </a:p>
        </p:txBody>
      </p:sp>
      <p:sp>
        <p:nvSpPr>
          <p:cNvPr id="34" name="bg object 34"/>
          <p:cNvSpPr/>
          <p:nvPr/>
        </p:nvSpPr>
        <p:spPr>
          <a:xfrm>
            <a:off x="228599" y="515618"/>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69C6F6"/>
          </a:solidFill>
        </p:spPr>
        <p:txBody>
          <a:bodyPr wrap="square" lIns="0" tIns="0" rIns="0" bIns="0" rtlCol="0"/>
          <a:lstStyle/>
          <a:p>
            <a:endParaRPr/>
          </a:p>
        </p:txBody>
      </p:sp>
      <p:sp>
        <p:nvSpPr>
          <p:cNvPr id="35" name="bg object 35"/>
          <p:cNvSpPr/>
          <p:nvPr/>
        </p:nvSpPr>
        <p:spPr>
          <a:xfrm>
            <a:off x="228587" y="527049"/>
            <a:ext cx="8695690" cy="22860"/>
          </a:xfrm>
          <a:custGeom>
            <a:avLst/>
            <a:gdLst/>
            <a:ahLst/>
            <a:cxnLst/>
            <a:rect l="l" t="t" r="r" b="b"/>
            <a:pathLst>
              <a:path w="8695690" h="22859">
                <a:moveTo>
                  <a:pt x="8695690" y="0"/>
                </a:moveTo>
                <a:lnTo>
                  <a:pt x="0" y="0"/>
                </a:lnTo>
                <a:lnTo>
                  <a:pt x="0" y="10160"/>
                </a:lnTo>
                <a:lnTo>
                  <a:pt x="0" y="11430"/>
                </a:lnTo>
                <a:lnTo>
                  <a:pt x="0" y="22860"/>
                </a:lnTo>
                <a:lnTo>
                  <a:pt x="8695690" y="22860"/>
                </a:lnTo>
                <a:lnTo>
                  <a:pt x="8695690" y="11430"/>
                </a:lnTo>
                <a:lnTo>
                  <a:pt x="8695690" y="10160"/>
                </a:lnTo>
                <a:lnTo>
                  <a:pt x="8695690" y="0"/>
                </a:lnTo>
                <a:close/>
              </a:path>
            </a:pathLst>
          </a:custGeom>
          <a:solidFill>
            <a:srgbClr val="67C4F6"/>
          </a:solidFill>
        </p:spPr>
        <p:txBody>
          <a:bodyPr wrap="square" lIns="0" tIns="0" rIns="0" bIns="0" rtlCol="0"/>
          <a:lstStyle/>
          <a:p>
            <a:endParaRPr/>
          </a:p>
        </p:txBody>
      </p:sp>
      <p:sp>
        <p:nvSpPr>
          <p:cNvPr id="36" name="bg object 36"/>
          <p:cNvSpPr/>
          <p:nvPr/>
        </p:nvSpPr>
        <p:spPr>
          <a:xfrm>
            <a:off x="228599" y="548638"/>
            <a:ext cx="8695690" cy="24130"/>
          </a:xfrm>
          <a:custGeom>
            <a:avLst/>
            <a:gdLst/>
            <a:ahLst/>
            <a:cxnLst/>
            <a:rect l="l" t="t" r="r" b="b"/>
            <a:pathLst>
              <a:path w="8695690" h="24129">
                <a:moveTo>
                  <a:pt x="8695682" y="24129"/>
                </a:moveTo>
                <a:lnTo>
                  <a:pt x="0" y="24129"/>
                </a:lnTo>
                <a:lnTo>
                  <a:pt x="0" y="0"/>
                </a:lnTo>
                <a:lnTo>
                  <a:pt x="8695682" y="0"/>
                </a:lnTo>
                <a:lnTo>
                  <a:pt x="8695682" y="24129"/>
                </a:lnTo>
                <a:close/>
              </a:path>
            </a:pathLst>
          </a:custGeom>
          <a:solidFill>
            <a:srgbClr val="66C3F6"/>
          </a:solidFill>
        </p:spPr>
        <p:txBody>
          <a:bodyPr wrap="square" lIns="0" tIns="0" rIns="0" bIns="0" rtlCol="0"/>
          <a:lstStyle/>
          <a:p>
            <a:endParaRPr/>
          </a:p>
        </p:txBody>
      </p:sp>
      <p:sp>
        <p:nvSpPr>
          <p:cNvPr id="37" name="bg object 37"/>
          <p:cNvSpPr/>
          <p:nvPr/>
        </p:nvSpPr>
        <p:spPr>
          <a:xfrm>
            <a:off x="228599" y="571498"/>
            <a:ext cx="8695690" cy="11430"/>
          </a:xfrm>
          <a:custGeom>
            <a:avLst/>
            <a:gdLst/>
            <a:ahLst/>
            <a:cxnLst/>
            <a:rect l="l" t="t" r="r" b="b"/>
            <a:pathLst>
              <a:path w="8695690" h="11429">
                <a:moveTo>
                  <a:pt x="8695682" y="11429"/>
                </a:moveTo>
                <a:lnTo>
                  <a:pt x="0" y="11429"/>
                </a:lnTo>
                <a:lnTo>
                  <a:pt x="0" y="0"/>
                </a:lnTo>
                <a:lnTo>
                  <a:pt x="8695682" y="0"/>
                </a:lnTo>
                <a:lnTo>
                  <a:pt x="8695682" y="11429"/>
                </a:lnTo>
                <a:close/>
              </a:path>
            </a:pathLst>
          </a:custGeom>
          <a:solidFill>
            <a:srgbClr val="64C3F6"/>
          </a:solidFill>
        </p:spPr>
        <p:txBody>
          <a:bodyPr wrap="square" lIns="0" tIns="0" rIns="0" bIns="0" rtlCol="0"/>
          <a:lstStyle/>
          <a:p>
            <a:endParaRPr/>
          </a:p>
        </p:txBody>
      </p:sp>
      <p:sp>
        <p:nvSpPr>
          <p:cNvPr id="38" name="bg object 38"/>
          <p:cNvSpPr/>
          <p:nvPr/>
        </p:nvSpPr>
        <p:spPr>
          <a:xfrm>
            <a:off x="228599" y="581658"/>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62C3F6"/>
          </a:solidFill>
        </p:spPr>
        <p:txBody>
          <a:bodyPr wrap="square" lIns="0" tIns="0" rIns="0" bIns="0" rtlCol="0"/>
          <a:lstStyle/>
          <a:p>
            <a:endParaRPr/>
          </a:p>
        </p:txBody>
      </p:sp>
      <p:sp>
        <p:nvSpPr>
          <p:cNvPr id="39" name="bg object 39"/>
          <p:cNvSpPr/>
          <p:nvPr/>
        </p:nvSpPr>
        <p:spPr>
          <a:xfrm>
            <a:off x="228599" y="593088"/>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62C1F6"/>
          </a:solidFill>
        </p:spPr>
        <p:txBody>
          <a:bodyPr wrap="square" lIns="0" tIns="0" rIns="0" bIns="0" rtlCol="0"/>
          <a:lstStyle/>
          <a:p>
            <a:endParaRPr/>
          </a:p>
        </p:txBody>
      </p:sp>
      <p:sp>
        <p:nvSpPr>
          <p:cNvPr id="40" name="bg object 40"/>
          <p:cNvSpPr/>
          <p:nvPr/>
        </p:nvSpPr>
        <p:spPr>
          <a:xfrm>
            <a:off x="228599" y="604518"/>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60C1F6"/>
          </a:solidFill>
        </p:spPr>
        <p:txBody>
          <a:bodyPr wrap="square" lIns="0" tIns="0" rIns="0" bIns="0" rtlCol="0"/>
          <a:lstStyle/>
          <a:p>
            <a:endParaRPr/>
          </a:p>
        </p:txBody>
      </p:sp>
      <p:sp>
        <p:nvSpPr>
          <p:cNvPr id="41" name="bg object 41"/>
          <p:cNvSpPr/>
          <p:nvPr/>
        </p:nvSpPr>
        <p:spPr>
          <a:xfrm>
            <a:off x="228599" y="615948"/>
            <a:ext cx="8695690" cy="11430"/>
          </a:xfrm>
          <a:custGeom>
            <a:avLst/>
            <a:gdLst/>
            <a:ahLst/>
            <a:cxnLst/>
            <a:rect l="l" t="t" r="r" b="b"/>
            <a:pathLst>
              <a:path w="8695690" h="11429">
                <a:moveTo>
                  <a:pt x="8695682" y="11429"/>
                </a:moveTo>
                <a:lnTo>
                  <a:pt x="0" y="11429"/>
                </a:lnTo>
                <a:lnTo>
                  <a:pt x="0" y="0"/>
                </a:lnTo>
                <a:lnTo>
                  <a:pt x="8695682" y="0"/>
                </a:lnTo>
                <a:lnTo>
                  <a:pt x="8695682" y="11429"/>
                </a:lnTo>
                <a:close/>
              </a:path>
            </a:pathLst>
          </a:custGeom>
          <a:solidFill>
            <a:srgbClr val="60C1F4"/>
          </a:solidFill>
        </p:spPr>
        <p:txBody>
          <a:bodyPr wrap="square" lIns="0" tIns="0" rIns="0" bIns="0" rtlCol="0"/>
          <a:lstStyle/>
          <a:p>
            <a:endParaRPr/>
          </a:p>
        </p:txBody>
      </p:sp>
      <p:sp>
        <p:nvSpPr>
          <p:cNvPr id="42" name="bg object 42"/>
          <p:cNvSpPr/>
          <p:nvPr/>
        </p:nvSpPr>
        <p:spPr>
          <a:xfrm>
            <a:off x="228599" y="626108"/>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5EC1F4"/>
          </a:solidFill>
        </p:spPr>
        <p:txBody>
          <a:bodyPr wrap="square" lIns="0" tIns="0" rIns="0" bIns="0" rtlCol="0"/>
          <a:lstStyle/>
          <a:p>
            <a:endParaRPr/>
          </a:p>
        </p:txBody>
      </p:sp>
      <p:sp>
        <p:nvSpPr>
          <p:cNvPr id="43" name="bg object 43"/>
          <p:cNvSpPr/>
          <p:nvPr/>
        </p:nvSpPr>
        <p:spPr>
          <a:xfrm>
            <a:off x="228587" y="637539"/>
            <a:ext cx="8695690" cy="22860"/>
          </a:xfrm>
          <a:custGeom>
            <a:avLst/>
            <a:gdLst/>
            <a:ahLst/>
            <a:cxnLst/>
            <a:rect l="l" t="t" r="r" b="b"/>
            <a:pathLst>
              <a:path w="8695690" h="22859">
                <a:moveTo>
                  <a:pt x="8695690" y="0"/>
                </a:moveTo>
                <a:lnTo>
                  <a:pt x="0" y="0"/>
                </a:lnTo>
                <a:lnTo>
                  <a:pt x="0" y="11430"/>
                </a:lnTo>
                <a:lnTo>
                  <a:pt x="0" y="12700"/>
                </a:lnTo>
                <a:lnTo>
                  <a:pt x="0" y="22860"/>
                </a:lnTo>
                <a:lnTo>
                  <a:pt x="8695690" y="22860"/>
                </a:lnTo>
                <a:lnTo>
                  <a:pt x="8695690" y="12700"/>
                </a:lnTo>
                <a:lnTo>
                  <a:pt x="8695690" y="11430"/>
                </a:lnTo>
                <a:lnTo>
                  <a:pt x="8695690" y="0"/>
                </a:lnTo>
                <a:close/>
              </a:path>
            </a:pathLst>
          </a:custGeom>
          <a:solidFill>
            <a:srgbClr val="5DBFF4"/>
          </a:solidFill>
        </p:spPr>
        <p:txBody>
          <a:bodyPr wrap="square" lIns="0" tIns="0" rIns="0" bIns="0" rtlCol="0"/>
          <a:lstStyle/>
          <a:p>
            <a:endParaRPr/>
          </a:p>
        </p:txBody>
      </p:sp>
      <p:sp>
        <p:nvSpPr>
          <p:cNvPr id="44" name="bg object 44"/>
          <p:cNvSpPr/>
          <p:nvPr/>
        </p:nvSpPr>
        <p:spPr>
          <a:xfrm>
            <a:off x="228587" y="660399"/>
            <a:ext cx="8695690" cy="22860"/>
          </a:xfrm>
          <a:custGeom>
            <a:avLst/>
            <a:gdLst/>
            <a:ahLst/>
            <a:cxnLst/>
            <a:rect l="l" t="t" r="r" b="b"/>
            <a:pathLst>
              <a:path w="8695690" h="22859">
                <a:moveTo>
                  <a:pt x="8695690" y="0"/>
                </a:moveTo>
                <a:lnTo>
                  <a:pt x="0" y="0"/>
                </a:lnTo>
                <a:lnTo>
                  <a:pt x="0" y="10160"/>
                </a:lnTo>
                <a:lnTo>
                  <a:pt x="0" y="11430"/>
                </a:lnTo>
                <a:lnTo>
                  <a:pt x="0" y="22860"/>
                </a:lnTo>
                <a:lnTo>
                  <a:pt x="8695690" y="22860"/>
                </a:lnTo>
                <a:lnTo>
                  <a:pt x="8695690" y="11430"/>
                </a:lnTo>
                <a:lnTo>
                  <a:pt x="8695690" y="10160"/>
                </a:lnTo>
                <a:lnTo>
                  <a:pt x="8695690" y="0"/>
                </a:lnTo>
                <a:close/>
              </a:path>
            </a:pathLst>
          </a:custGeom>
          <a:solidFill>
            <a:srgbClr val="5BBFF4"/>
          </a:solidFill>
        </p:spPr>
        <p:txBody>
          <a:bodyPr wrap="square" lIns="0" tIns="0" rIns="0" bIns="0" rtlCol="0"/>
          <a:lstStyle/>
          <a:p>
            <a:endParaRPr/>
          </a:p>
        </p:txBody>
      </p:sp>
      <p:sp>
        <p:nvSpPr>
          <p:cNvPr id="45" name="bg object 45"/>
          <p:cNvSpPr/>
          <p:nvPr/>
        </p:nvSpPr>
        <p:spPr>
          <a:xfrm>
            <a:off x="228587" y="681989"/>
            <a:ext cx="8695690" cy="22860"/>
          </a:xfrm>
          <a:custGeom>
            <a:avLst/>
            <a:gdLst/>
            <a:ahLst/>
            <a:cxnLst/>
            <a:rect l="l" t="t" r="r" b="b"/>
            <a:pathLst>
              <a:path w="8695690" h="22859">
                <a:moveTo>
                  <a:pt x="8695690" y="0"/>
                </a:moveTo>
                <a:lnTo>
                  <a:pt x="0" y="0"/>
                </a:lnTo>
                <a:lnTo>
                  <a:pt x="0" y="11430"/>
                </a:lnTo>
                <a:lnTo>
                  <a:pt x="0" y="12700"/>
                </a:lnTo>
                <a:lnTo>
                  <a:pt x="0" y="22860"/>
                </a:lnTo>
                <a:lnTo>
                  <a:pt x="8695690" y="22860"/>
                </a:lnTo>
                <a:lnTo>
                  <a:pt x="8695690" y="12700"/>
                </a:lnTo>
                <a:lnTo>
                  <a:pt x="8695690" y="11430"/>
                </a:lnTo>
                <a:lnTo>
                  <a:pt x="8695690" y="0"/>
                </a:lnTo>
                <a:close/>
              </a:path>
            </a:pathLst>
          </a:custGeom>
          <a:solidFill>
            <a:srgbClr val="59BDF4"/>
          </a:solidFill>
        </p:spPr>
        <p:txBody>
          <a:bodyPr wrap="square" lIns="0" tIns="0" rIns="0" bIns="0" rtlCol="0"/>
          <a:lstStyle/>
          <a:p>
            <a:endParaRPr/>
          </a:p>
        </p:txBody>
      </p:sp>
      <p:sp>
        <p:nvSpPr>
          <p:cNvPr id="46" name="bg object 46"/>
          <p:cNvSpPr/>
          <p:nvPr/>
        </p:nvSpPr>
        <p:spPr>
          <a:xfrm>
            <a:off x="228599" y="703578"/>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57BCF4"/>
          </a:solidFill>
        </p:spPr>
        <p:txBody>
          <a:bodyPr wrap="square" lIns="0" tIns="0" rIns="0" bIns="0" rtlCol="0"/>
          <a:lstStyle/>
          <a:p>
            <a:endParaRPr/>
          </a:p>
        </p:txBody>
      </p:sp>
      <p:sp>
        <p:nvSpPr>
          <p:cNvPr id="47" name="bg object 47"/>
          <p:cNvSpPr/>
          <p:nvPr/>
        </p:nvSpPr>
        <p:spPr>
          <a:xfrm>
            <a:off x="228587" y="715009"/>
            <a:ext cx="8695690" cy="22860"/>
          </a:xfrm>
          <a:custGeom>
            <a:avLst/>
            <a:gdLst/>
            <a:ahLst/>
            <a:cxnLst/>
            <a:rect l="l" t="t" r="r" b="b"/>
            <a:pathLst>
              <a:path w="8695690" h="22859">
                <a:moveTo>
                  <a:pt x="8695690" y="0"/>
                </a:moveTo>
                <a:lnTo>
                  <a:pt x="0" y="0"/>
                </a:lnTo>
                <a:lnTo>
                  <a:pt x="0" y="11430"/>
                </a:lnTo>
                <a:lnTo>
                  <a:pt x="0" y="12700"/>
                </a:lnTo>
                <a:lnTo>
                  <a:pt x="0" y="22860"/>
                </a:lnTo>
                <a:lnTo>
                  <a:pt x="8695690" y="22860"/>
                </a:lnTo>
                <a:lnTo>
                  <a:pt x="8695690" y="12700"/>
                </a:lnTo>
                <a:lnTo>
                  <a:pt x="8695690" y="11430"/>
                </a:lnTo>
                <a:lnTo>
                  <a:pt x="8695690" y="0"/>
                </a:lnTo>
                <a:close/>
              </a:path>
            </a:pathLst>
          </a:custGeom>
          <a:solidFill>
            <a:srgbClr val="56BCF2"/>
          </a:solidFill>
        </p:spPr>
        <p:txBody>
          <a:bodyPr wrap="square" lIns="0" tIns="0" rIns="0" bIns="0" rtlCol="0"/>
          <a:lstStyle/>
          <a:p>
            <a:endParaRPr/>
          </a:p>
        </p:txBody>
      </p:sp>
      <p:sp>
        <p:nvSpPr>
          <p:cNvPr id="48" name="bg object 48"/>
          <p:cNvSpPr/>
          <p:nvPr/>
        </p:nvSpPr>
        <p:spPr>
          <a:xfrm>
            <a:off x="228599" y="737868"/>
            <a:ext cx="8695690" cy="11430"/>
          </a:xfrm>
          <a:custGeom>
            <a:avLst/>
            <a:gdLst/>
            <a:ahLst/>
            <a:cxnLst/>
            <a:rect l="l" t="t" r="r" b="b"/>
            <a:pathLst>
              <a:path w="8695690" h="11429">
                <a:moveTo>
                  <a:pt x="8695682" y="11429"/>
                </a:moveTo>
                <a:lnTo>
                  <a:pt x="0" y="11429"/>
                </a:lnTo>
                <a:lnTo>
                  <a:pt x="0" y="0"/>
                </a:lnTo>
                <a:lnTo>
                  <a:pt x="8695682" y="0"/>
                </a:lnTo>
                <a:lnTo>
                  <a:pt x="8695682" y="11429"/>
                </a:lnTo>
                <a:close/>
              </a:path>
            </a:pathLst>
          </a:custGeom>
          <a:solidFill>
            <a:srgbClr val="54BCF2"/>
          </a:solidFill>
        </p:spPr>
        <p:txBody>
          <a:bodyPr wrap="square" lIns="0" tIns="0" rIns="0" bIns="0" rtlCol="0"/>
          <a:lstStyle/>
          <a:p>
            <a:endParaRPr/>
          </a:p>
        </p:txBody>
      </p:sp>
      <p:sp>
        <p:nvSpPr>
          <p:cNvPr id="49" name="bg object 49"/>
          <p:cNvSpPr/>
          <p:nvPr/>
        </p:nvSpPr>
        <p:spPr>
          <a:xfrm>
            <a:off x="228599" y="748028"/>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54BAF2"/>
          </a:solidFill>
        </p:spPr>
        <p:txBody>
          <a:bodyPr wrap="square" lIns="0" tIns="0" rIns="0" bIns="0" rtlCol="0"/>
          <a:lstStyle/>
          <a:p>
            <a:endParaRPr/>
          </a:p>
        </p:txBody>
      </p:sp>
      <p:sp>
        <p:nvSpPr>
          <p:cNvPr id="50" name="bg object 50"/>
          <p:cNvSpPr/>
          <p:nvPr/>
        </p:nvSpPr>
        <p:spPr>
          <a:xfrm>
            <a:off x="228587" y="759459"/>
            <a:ext cx="8695690" cy="22860"/>
          </a:xfrm>
          <a:custGeom>
            <a:avLst/>
            <a:gdLst/>
            <a:ahLst/>
            <a:cxnLst/>
            <a:rect l="l" t="t" r="r" b="b"/>
            <a:pathLst>
              <a:path w="8695690" h="22859">
                <a:moveTo>
                  <a:pt x="8695690" y="0"/>
                </a:moveTo>
                <a:lnTo>
                  <a:pt x="0" y="0"/>
                </a:lnTo>
                <a:lnTo>
                  <a:pt x="0" y="11430"/>
                </a:lnTo>
                <a:lnTo>
                  <a:pt x="0" y="22860"/>
                </a:lnTo>
                <a:lnTo>
                  <a:pt x="8695690" y="22860"/>
                </a:lnTo>
                <a:lnTo>
                  <a:pt x="8695690" y="11430"/>
                </a:lnTo>
                <a:lnTo>
                  <a:pt x="8695690" y="0"/>
                </a:lnTo>
                <a:close/>
              </a:path>
            </a:pathLst>
          </a:custGeom>
          <a:solidFill>
            <a:srgbClr val="52BAF2"/>
          </a:solidFill>
        </p:spPr>
        <p:txBody>
          <a:bodyPr wrap="square" lIns="0" tIns="0" rIns="0" bIns="0" rtlCol="0"/>
          <a:lstStyle/>
          <a:p>
            <a:endParaRPr/>
          </a:p>
        </p:txBody>
      </p:sp>
      <p:sp>
        <p:nvSpPr>
          <p:cNvPr id="51" name="bg object 51"/>
          <p:cNvSpPr/>
          <p:nvPr/>
        </p:nvSpPr>
        <p:spPr>
          <a:xfrm>
            <a:off x="228599" y="781048"/>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50BAF2"/>
          </a:solidFill>
        </p:spPr>
        <p:txBody>
          <a:bodyPr wrap="square" lIns="0" tIns="0" rIns="0" bIns="0" rtlCol="0"/>
          <a:lstStyle/>
          <a:p>
            <a:endParaRPr/>
          </a:p>
        </p:txBody>
      </p:sp>
      <p:sp>
        <p:nvSpPr>
          <p:cNvPr id="52" name="bg object 52"/>
          <p:cNvSpPr/>
          <p:nvPr/>
        </p:nvSpPr>
        <p:spPr>
          <a:xfrm>
            <a:off x="228599" y="792478"/>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4FB8F2"/>
          </a:solidFill>
        </p:spPr>
        <p:txBody>
          <a:bodyPr wrap="square" lIns="0" tIns="0" rIns="0" bIns="0" rtlCol="0"/>
          <a:lstStyle/>
          <a:p>
            <a:endParaRPr/>
          </a:p>
        </p:txBody>
      </p:sp>
      <p:sp>
        <p:nvSpPr>
          <p:cNvPr id="53" name="bg object 53"/>
          <p:cNvSpPr/>
          <p:nvPr/>
        </p:nvSpPr>
        <p:spPr>
          <a:xfrm>
            <a:off x="228599" y="803908"/>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4FB8F0"/>
          </a:solidFill>
        </p:spPr>
        <p:txBody>
          <a:bodyPr wrap="square" lIns="0" tIns="0" rIns="0" bIns="0" rtlCol="0"/>
          <a:lstStyle/>
          <a:p>
            <a:endParaRPr/>
          </a:p>
        </p:txBody>
      </p:sp>
      <p:sp>
        <p:nvSpPr>
          <p:cNvPr id="54" name="bg object 54"/>
          <p:cNvSpPr/>
          <p:nvPr/>
        </p:nvSpPr>
        <p:spPr>
          <a:xfrm>
            <a:off x="228587" y="815339"/>
            <a:ext cx="8695690" cy="22860"/>
          </a:xfrm>
          <a:custGeom>
            <a:avLst/>
            <a:gdLst/>
            <a:ahLst/>
            <a:cxnLst/>
            <a:rect l="l" t="t" r="r" b="b"/>
            <a:pathLst>
              <a:path w="8695690" h="22859">
                <a:moveTo>
                  <a:pt x="8695690" y="0"/>
                </a:moveTo>
                <a:lnTo>
                  <a:pt x="0" y="0"/>
                </a:lnTo>
                <a:lnTo>
                  <a:pt x="0" y="10160"/>
                </a:lnTo>
                <a:lnTo>
                  <a:pt x="0" y="11430"/>
                </a:lnTo>
                <a:lnTo>
                  <a:pt x="0" y="22860"/>
                </a:lnTo>
                <a:lnTo>
                  <a:pt x="8695690" y="22860"/>
                </a:lnTo>
                <a:lnTo>
                  <a:pt x="8695690" y="11430"/>
                </a:lnTo>
                <a:lnTo>
                  <a:pt x="8695690" y="10160"/>
                </a:lnTo>
                <a:lnTo>
                  <a:pt x="8695690" y="0"/>
                </a:lnTo>
                <a:close/>
              </a:path>
            </a:pathLst>
          </a:custGeom>
          <a:solidFill>
            <a:srgbClr val="4DB8F0"/>
          </a:solidFill>
        </p:spPr>
        <p:txBody>
          <a:bodyPr wrap="square" lIns="0" tIns="0" rIns="0" bIns="0" rtlCol="0"/>
          <a:lstStyle/>
          <a:p>
            <a:endParaRPr/>
          </a:p>
        </p:txBody>
      </p:sp>
      <p:sp>
        <p:nvSpPr>
          <p:cNvPr id="55" name="bg object 55"/>
          <p:cNvSpPr/>
          <p:nvPr/>
        </p:nvSpPr>
        <p:spPr>
          <a:xfrm>
            <a:off x="228587" y="836929"/>
            <a:ext cx="8695690" cy="22860"/>
          </a:xfrm>
          <a:custGeom>
            <a:avLst/>
            <a:gdLst/>
            <a:ahLst/>
            <a:cxnLst/>
            <a:rect l="l" t="t" r="r" b="b"/>
            <a:pathLst>
              <a:path w="8695690" h="22859">
                <a:moveTo>
                  <a:pt x="8695690" y="0"/>
                </a:moveTo>
                <a:lnTo>
                  <a:pt x="0" y="0"/>
                </a:lnTo>
                <a:lnTo>
                  <a:pt x="0" y="11430"/>
                </a:lnTo>
                <a:lnTo>
                  <a:pt x="0" y="12700"/>
                </a:lnTo>
                <a:lnTo>
                  <a:pt x="0" y="22860"/>
                </a:lnTo>
                <a:lnTo>
                  <a:pt x="8695690" y="22860"/>
                </a:lnTo>
                <a:lnTo>
                  <a:pt x="8695690" y="12700"/>
                </a:lnTo>
                <a:lnTo>
                  <a:pt x="8695690" y="11430"/>
                </a:lnTo>
                <a:lnTo>
                  <a:pt x="8695690" y="0"/>
                </a:lnTo>
                <a:close/>
              </a:path>
            </a:pathLst>
          </a:custGeom>
          <a:solidFill>
            <a:srgbClr val="4BB6F0"/>
          </a:solidFill>
        </p:spPr>
        <p:txBody>
          <a:bodyPr wrap="square" lIns="0" tIns="0" rIns="0" bIns="0" rtlCol="0"/>
          <a:lstStyle/>
          <a:p>
            <a:endParaRPr/>
          </a:p>
        </p:txBody>
      </p:sp>
      <p:sp>
        <p:nvSpPr>
          <p:cNvPr id="56" name="bg object 56"/>
          <p:cNvSpPr/>
          <p:nvPr/>
        </p:nvSpPr>
        <p:spPr>
          <a:xfrm>
            <a:off x="228587" y="859789"/>
            <a:ext cx="8695690" cy="22860"/>
          </a:xfrm>
          <a:custGeom>
            <a:avLst/>
            <a:gdLst/>
            <a:ahLst/>
            <a:cxnLst/>
            <a:rect l="l" t="t" r="r" b="b"/>
            <a:pathLst>
              <a:path w="8695690" h="22859">
                <a:moveTo>
                  <a:pt x="8695690" y="0"/>
                </a:moveTo>
                <a:lnTo>
                  <a:pt x="0" y="0"/>
                </a:lnTo>
                <a:lnTo>
                  <a:pt x="0" y="10160"/>
                </a:lnTo>
                <a:lnTo>
                  <a:pt x="0" y="11430"/>
                </a:lnTo>
                <a:lnTo>
                  <a:pt x="0" y="22860"/>
                </a:lnTo>
                <a:lnTo>
                  <a:pt x="8695690" y="22860"/>
                </a:lnTo>
                <a:lnTo>
                  <a:pt x="8695690" y="11430"/>
                </a:lnTo>
                <a:lnTo>
                  <a:pt x="8695690" y="10160"/>
                </a:lnTo>
                <a:lnTo>
                  <a:pt x="8695690" y="0"/>
                </a:lnTo>
                <a:close/>
              </a:path>
            </a:pathLst>
          </a:custGeom>
          <a:solidFill>
            <a:srgbClr val="49B6EF"/>
          </a:solidFill>
        </p:spPr>
        <p:txBody>
          <a:bodyPr wrap="square" lIns="0" tIns="0" rIns="0" bIns="0" rtlCol="0"/>
          <a:lstStyle/>
          <a:p>
            <a:endParaRPr/>
          </a:p>
        </p:txBody>
      </p:sp>
      <p:sp>
        <p:nvSpPr>
          <p:cNvPr id="57" name="bg object 57"/>
          <p:cNvSpPr/>
          <p:nvPr/>
        </p:nvSpPr>
        <p:spPr>
          <a:xfrm>
            <a:off x="228599" y="881378"/>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48B5EF"/>
          </a:solidFill>
        </p:spPr>
        <p:txBody>
          <a:bodyPr wrap="square" lIns="0" tIns="0" rIns="0" bIns="0" rtlCol="0"/>
          <a:lstStyle/>
          <a:p>
            <a:endParaRPr/>
          </a:p>
        </p:txBody>
      </p:sp>
      <p:sp>
        <p:nvSpPr>
          <p:cNvPr id="58" name="bg object 58"/>
          <p:cNvSpPr/>
          <p:nvPr/>
        </p:nvSpPr>
        <p:spPr>
          <a:xfrm>
            <a:off x="228599" y="892808"/>
            <a:ext cx="8695690" cy="11430"/>
          </a:xfrm>
          <a:custGeom>
            <a:avLst/>
            <a:gdLst/>
            <a:ahLst/>
            <a:cxnLst/>
            <a:rect l="l" t="t" r="r" b="b"/>
            <a:pathLst>
              <a:path w="8695690" h="11430">
                <a:moveTo>
                  <a:pt x="8695682" y="11427"/>
                </a:moveTo>
                <a:lnTo>
                  <a:pt x="0" y="11427"/>
                </a:lnTo>
                <a:lnTo>
                  <a:pt x="0" y="0"/>
                </a:lnTo>
                <a:lnTo>
                  <a:pt x="8695682" y="0"/>
                </a:lnTo>
                <a:lnTo>
                  <a:pt x="8695682" y="11427"/>
                </a:lnTo>
                <a:close/>
              </a:path>
            </a:pathLst>
          </a:custGeom>
          <a:solidFill>
            <a:srgbClr val="46B5EF"/>
          </a:solidFill>
        </p:spPr>
        <p:txBody>
          <a:bodyPr wrap="square" lIns="0" tIns="0" rIns="0" bIns="0" rtlCol="0"/>
          <a:lstStyle/>
          <a:p>
            <a:endParaRPr/>
          </a:p>
        </p:txBody>
      </p:sp>
      <p:sp>
        <p:nvSpPr>
          <p:cNvPr id="59" name="bg object 59"/>
          <p:cNvSpPr/>
          <p:nvPr/>
        </p:nvSpPr>
        <p:spPr>
          <a:xfrm>
            <a:off x="228599" y="902968"/>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46B3EF"/>
          </a:solidFill>
        </p:spPr>
        <p:txBody>
          <a:bodyPr wrap="square" lIns="0" tIns="0" rIns="0" bIns="0" rtlCol="0"/>
          <a:lstStyle/>
          <a:p>
            <a:endParaRPr/>
          </a:p>
        </p:txBody>
      </p:sp>
      <p:sp>
        <p:nvSpPr>
          <p:cNvPr id="60" name="bg object 60"/>
          <p:cNvSpPr/>
          <p:nvPr/>
        </p:nvSpPr>
        <p:spPr>
          <a:xfrm>
            <a:off x="228587" y="914399"/>
            <a:ext cx="8695690" cy="22860"/>
          </a:xfrm>
          <a:custGeom>
            <a:avLst/>
            <a:gdLst/>
            <a:ahLst/>
            <a:cxnLst/>
            <a:rect l="l" t="t" r="r" b="b"/>
            <a:pathLst>
              <a:path w="8695690" h="22859">
                <a:moveTo>
                  <a:pt x="8695690" y="0"/>
                </a:moveTo>
                <a:lnTo>
                  <a:pt x="0" y="0"/>
                </a:lnTo>
                <a:lnTo>
                  <a:pt x="0" y="11430"/>
                </a:lnTo>
                <a:lnTo>
                  <a:pt x="0" y="12700"/>
                </a:lnTo>
                <a:lnTo>
                  <a:pt x="0" y="22860"/>
                </a:lnTo>
                <a:lnTo>
                  <a:pt x="8695690" y="22860"/>
                </a:lnTo>
                <a:lnTo>
                  <a:pt x="8695690" y="12700"/>
                </a:lnTo>
                <a:lnTo>
                  <a:pt x="8695690" y="11430"/>
                </a:lnTo>
                <a:lnTo>
                  <a:pt x="8695690" y="0"/>
                </a:lnTo>
                <a:close/>
              </a:path>
            </a:pathLst>
          </a:custGeom>
          <a:solidFill>
            <a:srgbClr val="44B3EF"/>
          </a:solidFill>
        </p:spPr>
        <p:txBody>
          <a:bodyPr wrap="square" lIns="0" tIns="0" rIns="0" bIns="0" rtlCol="0"/>
          <a:lstStyle/>
          <a:p>
            <a:endParaRPr/>
          </a:p>
        </p:txBody>
      </p:sp>
      <p:sp>
        <p:nvSpPr>
          <p:cNvPr id="61" name="bg object 61"/>
          <p:cNvSpPr/>
          <p:nvPr/>
        </p:nvSpPr>
        <p:spPr>
          <a:xfrm>
            <a:off x="228599" y="937258"/>
            <a:ext cx="8695690" cy="11430"/>
          </a:xfrm>
          <a:custGeom>
            <a:avLst/>
            <a:gdLst/>
            <a:ahLst/>
            <a:cxnLst/>
            <a:rect l="l" t="t" r="r" b="b"/>
            <a:pathLst>
              <a:path w="8695690" h="11430">
                <a:moveTo>
                  <a:pt x="8695682" y="11427"/>
                </a:moveTo>
                <a:lnTo>
                  <a:pt x="0" y="11427"/>
                </a:lnTo>
                <a:lnTo>
                  <a:pt x="0" y="0"/>
                </a:lnTo>
                <a:lnTo>
                  <a:pt x="8695682" y="0"/>
                </a:lnTo>
                <a:lnTo>
                  <a:pt x="8695682" y="11427"/>
                </a:lnTo>
                <a:close/>
              </a:path>
            </a:pathLst>
          </a:custGeom>
          <a:solidFill>
            <a:srgbClr val="42B3EF"/>
          </a:solidFill>
        </p:spPr>
        <p:txBody>
          <a:bodyPr wrap="square" lIns="0" tIns="0" rIns="0" bIns="0" rtlCol="0"/>
          <a:lstStyle/>
          <a:p>
            <a:endParaRPr/>
          </a:p>
        </p:txBody>
      </p:sp>
      <p:sp>
        <p:nvSpPr>
          <p:cNvPr id="62" name="bg object 62"/>
          <p:cNvSpPr/>
          <p:nvPr/>
        </p:nvSpPr>
        <p:spPr>
          <a:xfrm>
            <a:off x="228599" y="947418"/>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42B1ED"/>
          </a:solidFill>
        </p:spPr>
        <p:txBody>
          <a:bodyPr wrap="square" lIns="0" tIns="0" rIns="0" bIns="0" rtlCol="0"/>
          <a:lstStyle/>
          <a:p>
            <a:endParaRPr/>
          </a:p>
        </p:txBody>
      </p:sp>
      <p:sp>
        <p:nvSpPr>
          <p:cNvPr id="63" name="bg object 63"/>
          <p:cNvSpPr/>
          <p:nvPr/>
        </p:nvSpPr>
        <p:spPr>
          <a:xfrm>
            <a:off x="228599" y="958848"/>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41B1ED"/>
          </a:solidFill>
        </p:spPr>
        <p:txBody>
          <a:bodyPr wrap="square" lIns="0" tIns="0" rIns="0" bIns="0" rtlCol="0"/>
          <a:lstStyle/>
          <a:p>
            <a:endParaRPr/>
          </a:p>
        </p:txBody>
      </p:sp>
      <p:sp>
        <p:nvSpPr>
          <p:cNvPr id="64" name="bg object 64"/>
          <p:cNvSpPr/>
          <p:nvPr/>
        </p:nvSpPr>
        <p:spPr>
          <a:xfrm>
            <a:off x="228587" y="970279"/>
            <a:ext cx="8695690" cy="22860"/>
          </a:xfrm>
          <a:custGeom>
            <a:avLst/>
            <a:gdLst/>
            <a:ahLst/>
            <a:cxnLst/>
            <a:rect l="l" t="t" r="r" b="b"/>
            <a:pathLst>
              <a:path w="8695690" h="22859">
                <a:moveTo>
                  <a:pt x="8695690" y="0"/>
                </a:moveTo>
                <a:lnTo>
                  <a:pt x="0" y="0"/>
                </a:lnTo>
                <a:lnTo>
                  <a:pt x="0" y="10160"/>
                </a:lnTo>
                <a:lnTo>
                  <a:pt x="0" y="11430"/>
                </a:lnTo>
                <a:lnTo>
                  <a:pt x="0" y="22860"/>
                </a:lnTo>
                <a:lnTo>
                  <a:pt x="8695690" y="22860"/>
                </a:lnTo>
                <a:lnTo>
                  <a:pt x="8695690" y="11430"/>
                </a:lnTo>
                <a:lnTo>
                  <a:pt x="8695690" y="10160"/>
                </a:lnTo>
                <a:lnTo>
                  <a:pt x="8695690" y="0"/>
                </a:lnTo>
                <a:close/>
              </a:path>
            </a:pathLst>
          </a:custGeom>
          <a:solidFill>
            <a:srgbClr val="3FB1ED"/>
          </a:solidFill>
        </p:spPr>
        <p:txBody>
          <a:bodyPr wrap="square" lIns="0" tIns="0" rIns="0" bIns="0" rtlCol="0"/>
          <a:lstStyle/>
          <a:p>
            <a:endParaRPr/>
          </a:p>
        </p:txBody>
      </p:sp>
      <p:sp>
        <p:nvSpPr>
          <p:cNvPr id="65" name="bg object 65"/>
          <p:cNvSpPr/>
          <p:nvPr/>
        </p:nvSpPr>
        <p:spPr>
          <a:xfrm>
            <a:off x="228599" y="991867"/>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3DB1ED"/>
          </a:solidFill>
        </p:spPr>
        <p:txBody>
          <a:bodyPr wrap="square" lIns="0" tIns="0" rIns="0" bIns="0" rtlCol="0"/>
          <a:lstStyle/>
          <a:p>
            <a:endParaRPr/>
          </a:p>
        </p:txBody>
      </p:sp>
      <p:sp>
        <p:nvSpPr>
          <p:cNvPr id="66" name="bg object 66"/>
          <p:cNvSpPr/>
          <p:nvPr/>
        </p:nvSpPr>
        <p:spPr>
          <a:xfrm>
            <a:off x="228599" y="1003297"/>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3DAFED"/>
          </a:solidFill>
        </p:spPr>
        <p:txBody>
          <a:bodyPr wrap="square" lIns="0" tIns="0" rIns="0" bIns="0" rtlCol="0"/>
          <a:lstStyle/>
          <a:p>
            <a:endParaRPr/>
          </a:p>
        </p:txBody>
      </p:sp>
      <p:sp>
        <p:nvSpPr>
          <p:cNvPr id="67" name="bg object 67"/>
          <p:cNvSpPr/>
          <p:nvPr/>
        </p:nvSpPr>
        <p:spPr>
          <a:xfrm>
            <a:off x="228599" y="1014727"/>
            <a:ext cx="8695690" cy="11430"/>
          </a:xfrm>
          <a:custGeom>
            <a:avLst/>
            <a:gdLst/>
            <a:ahLst/>
            <a:cxnLst/>
            <a:rect l="l" t="t" r="r" b="b"/>
            <a:pathLst>
              <a:path w="8695690" h="11430">
                <a:moveTo>
                  <a:pt x="8695682" y="11429"/>
                </a:moveTo>
                <a:lnTo>
                  <a:pt x="0" y="11429"/>
                </a:lnTo>
                <a:lnTo>
                  <a:pt x="0" y="0"/>
                </a:lnTo>
                <a:lnTo>
                  <a:pt x="8695682" y="0"/>
                </a:lnTo>
                <a:lnTo>
                  <a:pt x="8695682" y="11429"/>
                </a:lnTo>
                <a:close/>
              </a:path>
            </a:pathLst>
          </a:custGeom>
          <a:solidFill>
            <a:srgbClr val="3BAFED"/>
          </a:solidFill>
        </p:spPr>
        <p:txBody>
          <a:bodyPr wrap="square" lIns="0" tIns="0" rIns="0" bIns="0" rtlCol="0"/>
          <a:lstStyle/>
          <a:p>
            <a:endParaRPr/>
          </a:p>
        </p:txBody>
      </p:sp>
      <p:sp>
        <p:nvSpPr>
          <p:cNvPr id="68" name="bg object 68"/>
          <p:cNvSpPr/>
          <p:nvPr/>
        </p:nvSpPr>
        <p:spPr>
          <a:xfrm>
            <a:off x="228599" y="1024887"/>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3BAEED"/>
          </a:solidFill>
        </p:spPr>
        <p:txBody>
          <a:bodyPr wrap="square" lIns="0" tIns="0" rIns="0" bIns="0" rtlCol="0"/>
          <a:lstStyle/>
          <a:p>
            <a:endParaRPr/>
          </a:p>
        </p:txBody>
      </p:sp>
      <p:sp>
        <p:nvSpPr>
          <p:cNvPr id="69" name="bg object 69"/>
          <p:cNvSpPr/>
          <p:nvPr/>
        </p:nvSpPr>
        <p:spPr>
          <a:xfrm>
            <a:off x="228599" y="1036317"/>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3AAEED"/>
          </a:solidFill>
        </p:spPr>
        <p:txBody>
          <a:bodyPr wrap="square" lIns="0" tIns="0" rIns="0" bIns="0" rtlCol="0"/>
          <a:lstStyle/>
          <a:p>
            <a:endParaRPr/>
          </a:p>
        </p:txBody>
      </p:sp>
      <p:sp>
        <p:nvSpPr>
          <p:cNvPr id="70" name="bg object 70"/>
          <p:cNvSpPr/>
          <p:nvPr/>
        </p:nvSpPr>
        <p:spPr>
          <a:xfrm>
            <a:off x="228587" y="1047749"/>
            <a:ext cx="8695690" cy="22860"/>
          </a:xfrm>
          <a:custGeom>
            <a:avLst/>
            <a:gdLst/>
            <a:ahLst/>
            <a:cxnLst/>
            <a:rect l="l" t="t" r="r" b="b"/>
            <a:pathLst>
              <a:path w="8695690" h="22859">
                <a:moveTo>
                  <a:pt x="8695690" y="0"/>
                </a:moveTo>
                <a:lnTo>
                  <a:pt x="0" y="0"/>
                </a:lnTo>
                <a:lnTo>
                  <a:pt x="0" y="11430"/>
                </a:lnTo>
                <a:lnTo>
                  <a:pt x="0" y="12700"/>
                </a:lnTo>
                <a:lnTo>
                  <a:pt x="0" y="22860"/>
                </a:lnTo>
                <a:lnTo>
                  <a:pt x="8695690" y="22860"/>
                </a:lnTo>
                <a:lnTo>
                  <a:pt x="8695690" y="12700"/>
                </a:lnTo>
                <a:lnTo>
                  <a:pt x="8695690" y="11430"/>
                </a:lnTo>
                <a:lnTo>
                  <a:pt x="8695690" y="0"/>
                </a:lnTo>
                <a:close/>
              </a:path>
            </a:pathLst>
          </a:custGeom>
          <a:solidFill>
            <a:srgbClr val="38AEEB"/>
          </a:solidFill>
        </p:spPr>
        <p:txBody>
          <a:bodyPr wrap="square" lIns="0" tIns="0" rIns="0" bIns="0" rtlCol="0"/>
          <a:lstStyle/>
          <a:p>
            <a:endParaRPr/>
          </a:p>
        </p:txBody>
      </p:sp>
      <p:sp>
        <p:nvSpPr>
          <p:cNvPr id="71" name="bg object 71"/>
          <p:cNvSpPr/>
          <p:nvPr/>
        </p:nvSpPr>
        <p:spPr>
          <a:xfrm>
            <a:off x="228587" y="1069339"/>
            <a:ext cx="8695690" cy="24130"/>
          </a:xfrm>
          <a:custGeom>
            <a:avLst/>
            <a:gdLst/>
            <a:ahLst/>
            <a:cxnLst/>
            <a:rect l="l" t="t" r="r" b="b"/>
            <a:pathLst>
              <a:path w="8695690" h="24130">
                <a:moveTo>
                  <a:pt x="8695690" y="0"/>
                </a:moveTo>
                <a:lnTo>
                  <a:pt x="0" y="0"/>
                </a:lnTo>
                <a:lnTo>
                  <a:pt x="0" y="11430"/>
                </a:lnTo>
                <a:lnTo>
                  <a:pt x="0" y="12700"/>
                </a:lnTo>
                <a:lnTo>
                  <a:pt x="0" y="24130"/>
                </a:lnTo>
                <a:lnTo>
                  <a:pt x="8695690" y="24130"/>
                </a:lnTo>
                <a:lnTo>
                  <a:pt x="8695690" y="12700"/>
                </a:lnTo>
                <a:lnTo>
                  <a:pt x="8695690" y="11430"/>
                </a:lnTo>
                <a:lnTo>
                  <a:pt x="8695690" y="0"/>
                </a:lnTo>
                <a:close/>
              </a:path>
            </a:pathLst>
          </a:custGeom>
          <a:solidFill>
            <a:srgbClr val="36ACEB"/>
          </a:solidFill>
        </p:spPr>
        <p:txBody>
          <a:bodyPr wrap="square" lIns="0" tIns="0" rIns="0" bIns="0" rtlCol="0"/>
          <a:lstStyle/>
          <a:p>
            <a:endParaRPr/>
          </a:p>
        </p:txBody>
      </p:sp>
      <p:sp>
        <p:nvSpPr>
          <p:cNvPr id="72" name="bg object 72"/>
          <p:cNvSpPr/>
          <p:nvPr/>
        </p:nvSpPr>
        <p:spPr>
          <a:xfrm>
            <a:off x="228587" y="1092199"/>
            <a:ext cx="8695690" cy="22860"/>
          </a:xfrm>
          <a:custGeom>
            <a:avLst/>
            <a:gdLst/>
            <a:ahLst/>
            <a:cxnLst/>
            <a:rect l="l" t="t" r="r" b="b"/>
            <a:pathLst>
              <a:path w="8695690" h="22859">
                <a:moveTo>
                  <a:pt x="8695690" y="0"/>
                </a:moveTo>
                <a:lnTo>
                  <a:pt x="0" y="0"/>
                </a:lnTo>
                <a:lnTo>
                  <a:pt x="0" y="11430"/>
                </a:lnTo>
                <a:lnTo>
                  <a:pt x="0" y="22860"/>
                </a:lnTo>
                <a:lnTo>
                  <a:pt x="8695690" y="22860"/>
                </a:lnTo>
                <a:lnTo>
                  <a:pt x="8695690" y="11430"/>
                </a:lnTo>
                <a:lnTo>
                  <a:pt x="8695690" y="0"/>
                </a:lnTo>
                <a:close/>
              </a:path>
            </a:pathLst>
          </a:custGeom>
          <a:solidFill>
            <a:srgbClr val="34ACEB"/>
          </a:solidFill>
        </p:spPr>
        <p:txBody>
          <a:bodyPr wrap="square" lIns="0" tIns="0" rIns="0" bIns="0" rtlCol="0"/>
          <a:lstStyle/>
          <a:p>
            <a:endParaRPr/>
          </a:p>
        </p:txBody>
      </p:sp>
      <p:sp>
        <p:nvSpPr>
          <p:cNvPr id="73" name="bg object 73"/>
          <p:cNvSpPr/>
          <p:nvPr/>
        </p:nvSpPr>
        <p:spPr>
          <a:xfrm>
            <a:off x="228599" y="1113787"/>
            <a:ext cx="8695690" cy="22860"/>
          </a:xfrm>
          <a:custGeom>
            <a:avLst/>
            <a:gdLst/>
            <a:ahLst/>
            <a:cxnLst/>
            <a:rect l="l" t="t" r="r" b="b"/>
            <a:pathLst>
              <a:path w="8695690" h="22859">
                <a:moveTo>
                  <a:pt x="8695682" y="22859"/>
                </a:moveTo>
                <a:lnTo>
                  <a:pt x="0" y="22859"/>
                </a:lnTo>
                <a:lnTo>
                  <a:pt x="0" y="0"/>
                </a:lnTo>
                <a:lnTo>
                  <a:pt x="8695682" y="0"/>
                </a:lnTo>
                <a:lnTo>
                  <a:pt x="8695682" y="22859"/>
                </a:lnTo>
                <a:close/>
              </a:path>
            </a:pathLst>
          </a:custGeom>
          <a:solidFill>
            <a:srgbClr val="33AAEB"/>
          </a:solidFill>
        </p:spPr>
        <p:txBody>
          <a:bodyPr wrap="square" lIns="0" tIns="0" rIns="0" bIns="0" rtlCol="0"/>
          <a:lstStyle/>
          <a:p>
            <a:endParaRPr/>
          </a:p>
        </p:txBody>
      </p:sp>
      <p:sp>
        <p:nvSpPr>
          <p:cNvPr id="74" name="bg object 74"/>
          <p:cNvSpPr/>
          <p:nvPr/>
        </p:nvSpPr>
        <p:spPr>
          <a:xfrm>
            <a:off x="228599" y="1136647"/>
            <a:ext cx="8695690" cy="11430"/>
          </a:xfrm>
          <a:custGeom>
            <a:avLst/>
            <a:gdLst/>
            <a:ahLst/>
            <a:cxnLst/>
            <a:rect l="l" t="t" r="r" b="b"/>
            <a:pathLst>
              <a:path w="8695690" h="11430">
                <a:moveTo>
                  <a:pt x="8695682" y="11429"/>
                </a:moveTo>
                <a:lnTo>
                  <a:pt x="0" y="11429"/>
                </a:lnTo>
                <a:lnTo>
                  <a:pt x="0" y="0"/>
                </a:lnTo>
                <a:lnTo>
                  <a:pt x="8695682" y="0"/>
                </a:lnTo>
                <a:lnTo>
                  <a:pt x="8695682" y="11429"/>
                </a:lnTo>
                <a:close/>
              </a:path>
            </a:pathLst>
          </a:custGeom>
          <a:solidFill>
            <a:srgbClr val="31AAEB"/>
          </a:solidFill>
        </p:spPr>
        <p:txBody>
          <a:bodyPr wrap="square" lIns="0" tIns="0" rIns="0" bIns="0" rtlCol="0"/>
          <a:lstStyle/>
          <a:p>
            <a:endParaRPr/>
          </a:p>
        </p:txBody>
      </p:sp>
      <p:sp>
        <p:nvSpPr>
          <p:cNvPr id="75" name="bg object 75"/>
          <p:cNvSpPr/>
          <p:nvPr/>
        </p:nvSpPr>
        <p:spPr>
          <a:xfrm>
            <a:off x="228599" y="1146807"/>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2FAAE9"/>
          </a:solidFill>
        </p:spPr>
        <p:txBody>
          <a:bodyPr wrap="square" lIns="0" tIns="0" rIns="0" bIns="0" rtlCol="0"/>
          <a:lstStyle/>
          <a:p>
            <a:endParaRPr/>
          </a:p>
        </p:txBody>
      </p:sp>
      <p:sp>
        <p:nvSpPr>
          <p:cNvPr id="76" name="bg object 76"/>
          <p:cNvSpPr/>
          <p:nvPr/>
        </p:nvSpPr>
        <p:spPr>
          <a:xfrm>
            <a:off x="228599" y="1158237"/>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2FA8E9"/>
          </a:solidFill>
        </p:spPr>
        <p:txBody>
          <a:bodyPr wrap="square" lIns="0" tIns="0" rIns="0" bIns="0" rtlCol="0"/>
          <a:lstStyle/>
          <a:p>
            <a:endParaRPr/>
          </a:p>
        </p:txBody>
      </p:sp>
      <p:sp>
        <p:nvSpPr>
          <p:cNvPr id="77" name="bg object 77"/>
          <p:cNvSpPr/>
          <p:nvPr/>
        </p:nvSpPr>
        <p:spPr>
          <a:xfrm>
            <a:off x="228587" y="1169669"/>
            <a:ext cx="8695690" cy="22860"/>
          </a:xfrm>
          <a:custGeom>
            <a:avLst/>
            <a:gdLst/>
            <a:ahLst/>
            <a:cxnLst/>
            <a:rect l="l" t="t" r="r" b="b"/>
            <a:pathLst>
              <a:path w="8695690" h="22859">
                <a:moveTo>
                  <a:pt x="8695690" y="0"/>
                </a:moveTo>
                <a:lnTo>
                  <a:pt x="0" y="0"/>
                </a:lnTo>
                <a:lnTo>
                  <a:pt x="0" y="10160"/>
                </a:lnTo>
                <a:lnTo>
                  <a:pt x="0" y="11430"/>
                </a:lnTo>
                <a:lnTo>
                  <a:pt x="0" y="22860"/>
                </a:lnTo>
                <a:lnTo>
                  <a:pt x="8695690" y="22860"/>
                </a:lnTo>
                <a:lnTo>
                  <a:pt x="8695690" y="11430"/>
                </a:lnTo>
                <a:lnTo>
                  <a:pt x="8695690" y="10160"/>
                </a:lnTo>
                <a:lnTo>
                  <a:pt x="8695690" y="0"/>
                </a:lnTo>
                <a:close/>
              </a:path>
            </a:pathLst>
          </a:custGeom>
          <a:solidFill>
            <a:srgbClr val="2DA8E9"/>
          </a:solidFill>
        </p:spPr>
        <p:txBody>
          <a:bodyPr wrap="square" lIns="0" tIns="0" rIns="0" bIns="0" rtlCol="0"/>
          <a:lstStyle/>
          <a:p>
            <a:endParaRPr/>
          </a:p>
        </p:txBody>
      </p:sp>
      <p:sp>
        <p:nvSpPr>
          <p:cNvPr id="78" name="bg object 78"/>
          <p:cNvSpPr/>
          <p:nvPr/>
        </p:nvSpPr>
        <p:spPr>
          <a:xfrm>
            <a:off x="228599" y="1191257"/>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2BA8E8"/>
          </a:solidFill>
        </p:spPr>
        <p:txBody>
          <a:bodyPr wrap="square" lIns="0" tIns="0" rIns="0" bIns="0" rtlCol="0"/>
          <a:lstStyle/>
          <a:p>
            <a:endParaRPr/>
          </a:p>
        </p:txBody>
      </p:sp>
      <p:sp>
        <p:nvSpPr>
          <p:cNvPr id="79" name="bg object 79"/>
          <p:cNvSpPr/>
          <p:nvPr/>
        </p:nvSpPr>
        <p:spPr>
          <a:xfrm>
            <a:off x="228587" y="1202689"/>
            <a:ext cx="8695690" cy="22860"/>
          </a:xfrm>
          <a:custGeom>
            <a:avLst/>
            <a:gdLst/>
            <a:ahLst/>
            <a:cxnLst/>
            <a:rect l="l" t="t" r="r" b="b"/>
            <a:pathLst>
              <a:path w="8695690" h="22859">
                <a:moveTo>
                  <a:pt x="8695690" y="0"/>
                </a:moveTo>
                <a:lnTo>
                  <a:pt x="0" y="0"/>
                </a:lnTo>
                <a:lnTo>
                  <a:pt x="0" y="11430"/>
                </a:lnTo>
                <a:lnTo>
                  <a:pt x="0" y="22860"/>
                </a:lnTo>
                <a:lnTo>
                  <a:pt x="8695690" y="22860"/>
                </a:lnTo>
                <a:lnTo>
                  <a:pt x="8695690" y="11430"/>
                </a:lnTo>
                <a:lnTo>
                  <a:pt x="8695690" y="0"/>
                </a:lnTo>
                <a:close/>
              </a:path>
            </a:pathLst>
          </a:custGeom>
          <a:solidFill>
            <a:srgbClr val="2AA7E8"/>
          </a:solidFill>
        </p:spPr>
        <p:txBody>
          <a:bodyPr wrap="square" lIns="0" tIns="0" rIns="0" bIns="0" rtlCol="0"/>
          <a:lstStyle/>
          <a:p>
            <a:endParaRPr/>
          </a:p>
        </p:txBody>
      </p:sp>
      <p:sp>
        <p:nvSpPr>
          <p:cNvPr id="80" name="bg object 80"/>
          <p:cNvSpPr/>
          <p:nvPr/>
        </p:nvSpPr>
        <p:spPr>
          <a:xfrm>
            <a:off x="228587" y="1224279"/>
            <a:ext cx="8695690" cy="24130"/>
          </a:xfrm>
          <a:custGeom>
            <a:avLst/>
            <a:gdLst/>
            <a:ahLst/>
            <a:cxnLst/>
            <a:rect l="l" t="t" r="r" b="b"/>
            <a:pathLst>
              <a:path w="8695690" h="24130">
                <a:moveTo>
                  <a:pt x="8695690" y="0"/>
                </a:moveTo>
                <a:lnTo>
                  <a:pt x="0" y="0"/>
                </a:lnTo>
                <a:lnTo>
                  <a:pt x="0" y="11430"/>
                </a:lnTo>
                <a:lnTo>
                  <a:pt x="0" y="12700"/>
                </a:lnTo>
                <a:lnTo>
                  <a:pt x="0" y="24130"/>
                </a:lnTo>
                <a:lnTo>
                  <a:pt x="8695690" y="24130"/>
                </a:lnTo>
                <a:lnTo>
                  <a:pt x="8695690" y="12700"/>
                </a:lnTo>
                <a:lnTo>
                  <a:pt x="8695690" y="11430"/>
                </a:lnTo>
                <a:lnTo>
                  <a:pt x="8695690" y="0"/>
                </a:lnTo>
                <a:close/>
              </a:path>
            </a:pathLst>
          </a:custGeom>
          <a:solidFill>
            <a:srgbClr val="28A5E8"/>
          </a:solidFill>
        </p:spPr>
        <p:txBody>
          <a:bodyPr wrap="square" lIns="0" tIns="0" rIns="0" bIns="0" rtlCol="0"/>
          <a:lstStyle/>
          <a:p>
            <a:endParaRPr/>
          </a:p>
        </p:txBody>
      </p:sp>
      <p:sp>
        <p:nvSpPr>
          <p:cNvPr id="81" name="bg object 81"/>
          <p:cNvSpPr/>
          <p:nvPr/>
        </p:nvSpPr>
        <p:spPr>
          <a:xfrm>
            <a:off x="228587" y="1247139"/>
            <a:ext cx="8695690" cy="22860"/>
          </a:xfrm>
          <a:custGeom>
            <a:avLst/>
            <a:gdLst/>
            <a:ahLst/>
            <a:cxnLst/>
            <a:rect l="l" t="t" r="r" b="b"/>
            <a:pathLst>
              <a:path w="8695690" h="22859">
                <a:moveTo>
                  <a:pt x="8695690" y="0"/>
                </a:moveTo>
                <a:lnTo>
                  <a:pt x="0" y="0"/>
                </a:lnTo>
                <a:lnTo>
                  <a:pt x="0" y="11430"/>
                </a:lnTo>
                <a:lnTo>
                  <a:pt x="0" y="12700"/>
                </a:lnTo>
                <a:lnTo>
                  <a:pt x="0" y="22860"/>
                </a:lnTo>
                <a:lnTo>
                  <a:pt x="8695690" y="22860"/>
                </a:lnTo>
                <a:lnTo>
                  <a:pt x="8695690" y="12700"/>
                </a:lnTo>
                <a:lnTo>
                  <a:pt x="8695690" y="11430"/>
                </a:lnTo>
                <a:lnTo>
                  <a:pt x="8695690" y="0"/>
                </a:lnTo>
                <a:close/>
              </a:path>
            </a:pathLst>
          </a:custGeom>
          <a:solidFill>
            <a:srgbClr val="26A5E8"/>
          </a:solidFill>
        </p:spPr>
        <p:txBody>
          <a:bodyPr wrap="square" lIns="0" tIns="0" rIns="0" bIns="0" rtlCol="0"/>
          <a:lstStyle/>
          <a:p>
            <a:endParaRPr/>
          </a:p>
        </p:txBody>
      </p:sp>
      <p:sp>
        <p:nvSpPr>
          <p:cNvPr id="82" name="bg object 82"/>
          <p:cNvSpPr/>
          <p:nvPr/>
        </p:nvSpPr>
        <p:spPr>
          <a:xfrm>
            <a:off x="228599" y="1268727"/>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24A3E8"/>
          </a:solidFill>
        </p:spPr>
        <p:txBody>
          <a:bodyPr wrap="square" lIns="0" tIns="0" rIns="0" bIns="0" rtlCol="0"/>
          <a:lstStyle/>
          <a:p>
            <a:endParaRPr/>
          </a:p>
        </p:txBody>
      </p:sp>
      <p:sp>
        <p:nvSpPr>
          <p:cNvPr id="83" name="bg object 83"/>
          <p:cNvSpPr/>
          <p:nvPr/>
        </p:nvSpPr>
        <p:spPr>
          <a:xfrm>
            <a:off x="228599" y="1280157"/>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23A3E8"/>
          </a:solidFill>
        </p:spPr>
        <p:txBody>
          <a:bodyPr wrap="square" lIns="0" tIns="0" rIns="0" bIns="0" rtlCol="0"/>
          <a:lstStyle/>
          <a:p>
            <a:endParaRPr/>
          </a:p>
        </p:txBody>
      </p:sp>
      <p:sp>
        <p:nvSpPr>
          <p:cNvPr id="84" name="bg object 84"/>
          <p:cNvSpPr/>
          <p:nvPr/>
        </p:nvSpPr>
        <p:spPr>
          <a:xfrm>
            <a:off x="228599" y="1291587"/>
            <a:ext cx="8695690" cy="11430"/>
          </a:xfrm>
          <a:custGeom>
            <a:avLst/>
            <a:gdLst/>
            <a:ahLst/>
            <a:cxnLst/>
            <a:rect l="l" t="t" r="r" b="b"/>
            <a:pathLst>
              <a:path w="8695690" h="11430">
                <a:moveTo>
                  <a:pt x="8695682" y="11429"/>
                </a:moveTo>
                <a:lnTo>
                  <a:pt x="0" y="11429"/>
                </a:lnTo>
                <a:lnTo>
                  <a:pt x="0" y="0"/>
                </a:lnTo>
                <a:lnTo>
                  <a:pt x="8695682" y="0"/>
                </a:lnTo>
                <a:lnTo>
                  <a:pt x="8695682" y="11429"/>
                </a:lnTo>
                <a:close/>
              </a:path>
            </a:pathLst>
          </a:custGeom>
          <a:solidFill>
            <a:srgbClr val="23A3E6"/>
          </a:solidFill>
        </p:spPr>
        <p:txBody>
          <a:bodyPr wrap="square" lIns="0" tIns="0" rIns="0" bIns="0" rtlCol="0"/>
          <a:lstStyle/>
          <a:p>
            <a:endParaRPr/>
          </a:p>
        </p:txBody>
      </p:sp>
      <p:sp>
        <p:nvSpPr>
          <p:cNvPr id="85" name="bg object 85"/>
          <p:cNvSpPr/>
          <p:nvPr/>
        </p:nvSpPr>
        <p:spPr>
          <a:xfrm>
            <a:off x="228599" y="1303017"/>
            <a:ext cx="8695690" cy="11430"/>
          </a:xfrm>
          <a:custGeom>
            <a:avLst/>
            <a:gdLst/>
            <a:ahLst/>
            <a:cxnLst/>
            <a:rect l="l" t="t" r="r" b="b"/>
            <a:pathLst>
              <a:path w="8695690" h="11430">
                <a:moveTo>
                  <a:pt x="8695682" y="11427"/>
                </a:moveTo>
                <a:lnTo>
                  <a:pt x="0" y="11427"/>
                </a:lnTo>
                <a:lnTo>
                  <a:pt x="0" y="0"/>
                </a:lnTo>
                <a:lnTo>
                  <a:pt x="8695682" y="0"/>
                </a:lnTo>
                <a:lnTo>
                  <a:pt x="8695682" y="11427"/>
                </a:lnTo>
                <a:close/>
              </a:path>
            </a:pathLst>
          </a:custGeom>
          <a:solidFill>
            <a:srgbClr val="21A3E6"/>
          </a:solidFill>
        </p:spPr>
        <p:txBody>
          <a:bodyPr wrap="square" lIns="0" tIns="0" rIns="0" bIns="0" rtlCol="0"/>
          <a:lstStyle/>
          <a:p>
            <a:endParaRPr/>
          </a:p>
        </p:txBody>
      </p:sp>
      <p:sp>
        <p:nvSpPr>
          <p:cNvPr id="86" name="bg object 86"/>
          <p:cNvSpPr/>
          <p:nvPr/>
        </p:nvSpPr>
        <p:spPr>
          <a:xfrm>
            <a:off x="228599" y="1313177"/>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21A1E6"/>
          </a:solidFill>
        </p:spPr>
        <p:txBody>
          <a:bodyPr wrap="square" lIns="0" tIns="0" rIns="0" bIns="0" rtlCol="0"/>
          <a:lstStyle/>
          <a:p>
            <a:endParaRPr/>
          </a:p>
        </p:txBody>
      </p:sp>
      <p:sp>
        <p:nvSpPr>
          <p:cNvPr id="87" name="bg object 87"/>
          <p:cNvSpPr/>
          <p:nvPr/>
        </p:nvSpPr>
        <p:spPr>
          <a:xfrm>
            <a:off x="228587" y="1324609"/>
            <a:ext cx="8695690" cy="22860"/>
          </a:xfrm>
          <a:custGeom>
            <a:avLst/>
            <a:gdLst/>
            <a:ahLst/>
            <a:cxnLst/>
            <a:rect l="l" t="t" r="r" b="b"/>
            <a:pathLst>
              <a:path w="8695690" h="22859">
                <a:moveTo>
                  <a:pt x="8695690" y="0"/>
                </a:moveTo>
                <a:lnTo>
                  <a:pt x="0" y="0"/>
                </a:lnTo>
                <a:lnTo>
                  <a:pt x="0" y="11430"/>
                </a:lnTo>
                <a:lnTo>
                  <a:pt x="0" y="12700"/>
                </a:lnTo>
                <a:lnTo>
                  <a:pt x="0" y="22860"/>
                </a:lnTo>
                <a:lnTo>
                  <a:pt x="8695690" y="22860"/>
                </a:lnTo>
                <a:lnTo>
                  <a:pt x="8695690" y="12700"/>
                </a:lnTo>
                <a:lnTo>
                  <a:pt x="8695690" y="11430"/>
                </a:lnTo>
                <a:lnTo>
                  <a:pt x="8695690" y="0"/>
                </a:lnTo>
                <a:close/>
              </a:path>
            </a:pathLst>
          </a:custGeom>
          <a:solidFill>
            <a:srgbClr val="1FA1E6"/>
          </a:solidFill>
        </p:spPr>
        <p:txBody>
          <a:bodyPr wrap="square" lIns="0" tIns="0" rIns="0" bIns="0" rtlCol="0"/>
          <a:lstStyle/>
          <a:p>
            <a:endParaRPr/>
          </a:p>
        </p:txBody>
      </p:sp>
      <p:sp>
        <p:nvSpPr>
          <p:cNvPr id="88" name="bg object 88"/>
          <p:cNvSpPr/>
          <p:nvPr/>
        </p:nvSpPr>
        <p:spPr>
          <a:xfrm>
            <a:off x="228599" y="1346197"/>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1DA1E6"/>
          </a:solidFill>
        </p:spPr>
        <p:txBody>
          <a:bodyPr wrap="square" lIns="0" tIns="0" rIns="0" bIns="0" rtlCol="0"/>
          <a:lstStyle/>
          <a:p>
            <a:endParaRPr/>
          </a:p>
        </p:txBody>
      </p:sp>
      <p:sp>
        <p:nvSpPr>
          <p:cNvPr id="89" name="bg object 89"/>
          <p:cNvSpPr/>
          <p:nvPr/>
        </p:nvSpPr>
        <p:spPr>
          <a:xfrm>
            <a:off x="228587" y="1357629"/>
            <a:ext cx="8695690" cy="22860"/>
          </a:xfrm>
          <a:custGeom>
            <a:avLst/>
            <a:gdLst/>
            <a:ahLst/>
            <a:cxnLst/>
            <a:rect l="l" t="t" r="r" b="b"/>
            <a:pathLst>
              <a:path w="8695690" h="22859">
                <a:moveTo>
                  <a:pt x="8695690" y="0"/>
                </a:moveTo>
                <a:lnTo>
                  <a:pt x="0" y="0"/>
                </a:lnTo>
                <a:lnTo>
                  <a:pt x="0" y="11430"/>
                </a:lnTo>
                <a:lnTo>
                  <a:pt x="0" y="12700"/>
                </a:lnTo>
                <a:lnTo>
                  <a:pt x="0" y="22860"/>
                </a:lnTo>
                <a:lnTo>
                  <a:pt x="8695690" y="22860"/>
                </a:lnTo>
                <a:lnTo>
                  <a:pt x="8695690" y="12700"/>
                </a:lnTo>
                <a:lnTo>
                  <a:pt x="8695690" y="11430"/>
                </a:lnTo>
                <a:lnTo>
                  <a:pt x="8695690" y="0"/>
                </a:lnTo>
                <a:close/>
              </a:path>
            </a:pathLst>
          </a:custGeom>
          <a:solidFill>
            <a:srgbClr val="1CA0E6"/>
          </a:solidFill>
        </p:spPr>
        <p:txBody>
          <a:bodyPr wrap="square" lIns="0" tIns="0" rIns="0" bIns="0" rtlCol="0"/>
          <a:lstStyle/>
          <a:p>
            <a:endParaRPr/>
          </a:p>
        </p:txBody>
      </p:sp>
      <p:sp>
        <p:nvSpPr>
          <p:cNvPr id="90" name="bg object 90"/>
          <p:cNvSpPr/>
          <p:nvPr/>
        </p:nvSpPr>
        <p:spPr>
          <a:xfrm>
            <a:off x="228587" y="1380489"/>
            <a:ext cx="8695690" cy="22860"/>
          </a:xfrm>
          <a:custGeom>
            <a:avLst/>
            <a:gdLst/>
            <a:ahLst/>
            <a:cxnLst/>
            <a:rect l="l" t="t" r="r" b="b"/>
            <a:pathLst>
              <a:path w="8695690" h="22859">
                <a:moveTo>
                  <a:pt x="8695690" y="0"/>
                </a:moveTo>
                <a:lnTo>
                  <a:pt x="0" y="0"/>
                </a:lnTo>
                <a:lnTo>
                  <a:pt x="0" y="10160"/>
                </a:lnTo>
                <a:lnTo>
                  <a:pt x="0" y="11430"/>
                </a:lnTo>
                <a:lnTo>
                  <a:pt x="0" y="22860"/>
                </a:lnTo>
                <a:lnTo>
                  <a:pt x="8695690" y="22860"/>
                </a:lnTo>
                <a:lnTo>
                  <a:pt x="8695690" y="11430"/>
                </a:lnTo>
                <a:lnTo>
                  <a:pt x="8695690" y="10160"/>
                </a:lnTo>
                <a:lnTo>
                  <a:pt x="8695690" y="0"/>
                </a:lnTo>
                <a:close/>
              </a:path>
            </a:pathLst>
          </a:custGeom>
          <a:solidFill>
            <a:srgbClr val="1A9EE4"/>
          </a:solidFill>
        </p:spPr>
        <p:txBody>
          <a:bodyPr wrap="square" lIns="0" tIns="0" rIns="0" bIns="0" rtlCol="0"/>
          <a:lstStyle/>
          <a:p>
            <a:endParaRPr/>
          </a:p>
        </p:txBody>
      </p:sp>
      <p:sp>
        <p:nvSpPr>
          <p:cNvPr id="91" name="bg object 91"/>
          <p:cNvSpPr/>
          <p:nvPr/>
        </p:nvSpPr>
        <p:spPr>
          <a:xfrm>
            <a:off x="228599" y="1402077"/>
            <a:ext cx="8695690" cy="11430"/>
          </a:xfrm>
          <a:custGeom>
            <a:avLst/>
            <a:gdLst/>
            <a:ahLst/>
            <a:cxnLst/>
            <a:rect l="l" t="t" r="r" b="b"/>
            <a:pathLst>
              <a:path w="8695690" h="11430">
                <a:moveTo>
                  <a:pt x="8695682" y="11429"/>
                </a:moveTo>
                <a:lnTo>
                  <a:pt x="0" y="11429"/>
                </a:lnTo>
                <a:lnTo>
                  <a:pt x="0" y="0"/>
                </a:lnTo>
                <a:lnTo>
                  <a:pt x="8695682" y="0"/>
                </a:lnTo>
                <a:lnTo>
                  <a:pt x="8695682" y="11429"/>
                </a:lnTo>
                <a:close/>
              </a:path>
            </a:pathLst>
          </a:custGeom>
          <a:solidFill>
            <a:srgbClr val="189EE4"/>
          </a:solidFill>
        </p:spPr>
        <p:txBody>
          <a:bodyPr wrap="square" lIns="0" tIns="0" rIns="0" bIns="0" rtlCol="0"/>
          <a:lstStyle/>
          <a:p>
            <a:endParaRPr/>
          </a:p>
        </p:txBody>
      </p:sp>
      <p:sp>
        <p:nvSpPr>
          <p:cNvPr id="92" name="bg object 92"/>
          <p:cNvSpPr/>
          <p:nvPr/>
        </p:nvSpPr>
        <p:spPr>
          <a:xfrm>
            <a:off x="228599" y="1413507"/>
            <a:ext cx="8695690" cy="11430"/>
          </a:xfrm>
          <a:custGeom>
            <a:avLst/>
            <a:gdLst/>
            <a:ahLst/>
            <a:cxnLst/>
            <a:rect l="l" t="t" r="r" b="b"/>
            <a:pathLst>
              <a:path w="8695690" h="11430">
                <a:moveTo>
                  <a:pt x="8695682" y="11429"/>
                </a:moveTo>
                <a:lnTo>
                  <a:pt x="0" y="11429"/>
                </a:lnTo>
                <a:lnTo>
                  <a:pt x="0" y="0"/>
                </a:lnTo>
                <a:lnTo>
                  <a:pt x="8695682" y="0"/>
                </a:lnTo>
                <a:lnTo>
                  <a:pt x="8695682" y="11429"/>
                </a:lnTo>
                <a:close/>
              </a:path>
            </a:pathLst>
          </a:custGeom>
          <a:solidFill>
            <a:srgbClr val="179EE4"/>
          </a:solidFill>
        </p:spPr>
        <p:txBody>
          <a:bodyPr wrap="square" lIns="0" tIns="0" rIns="0" bIns="0" rtlCol="0"/>
          <a:lstStyle/>
          <a:p>
            <a:endParaRPr/>
          </a:p>
        </p:txBody>
      </p:sp>
      <p:sp>
        <p:nvSpPr>
          <p:cNvPr id="93" name="bg object 93"/>
          <p:cNvSpPr/>
          <p:nvPr/>
        </p:nvSpPr>
        <p:spPr>
          <a:xfrm>
            <a:off x="228599" y="1423667"/>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179CE4"/>
          </a:solidFill>
        </p:spPr>
        <p:txBody>
          <a:bodyPr wrap="square" lIns="0" tIns="0" rIns="0" bIns="0" rtlCol="0"/>
          <a:lstStyle/>
          <a:p>
            <a:endParaRPr/>
          </a:p>
        </p:txBody>
      </p:sp>
      <p:sp>
        <p:nvSpPr>
          <p:cNvPr id="94" name="bg object 94"/>
          <p:cNvSpPr/>
          <p:nvPr/>
        </p:nvSpPr>
        <p:spPr>
          <a:xfrm>
            <a:off x="228599" y="1435097"/>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159CE4"/>
          </a:solidFill>
        </p:spPr>
        <p:txBody>
          <a:bodyPr wrap="square" lIns="0" tIns="0" rIns="0" bIns="0" rtlCol="0"/>
          <a:lstStyle/>
          <a:p>
            <a:endParaRPr/>
          </a:p>
        </p:txBody>
      </p:sp>
      <p:sp>
        <p:nvSpPr>
          <p:cNvPr id="95" name="bg object 95"/>
          <p:cNvSpPr/>
          <p:nvPr/>
        </p:nvSpPr>
        <p:spPr>
          <a:xfrm>
            <a:off x="228587" y="1446529"/>
            <a:ext cx="8695690" cy="22860"/>
          </a:xfrm>
          <a:custGeom>
            <a:avLst/>
            <a:gdLst/>
            <a:ahLst/>
            <a:cxnLst/>
            <a:rect l="l" t="t" r="r" b="b"/>
            <a:pathLst>
              <a:path w="8695690" h="22859">
                <a:moveTo>
                  <a:pt x="8695690" y="0"/>
                </a:moveTo>
                <a:lnTo>
                  <a:pt x="0" y="0"/>
                </a:lnTo>
                <a:lnTo>
                  <a:pt x="0" y="11430"/>
                </a:lnTo>
                <a:lnTo>
                  <a:pt x="0" y="12700"/>
                </a:lnTo>
                <a:lnTo>
                  <a:pt x="0" y="22860"/>
                </a:lnTo>
                <a:lnTo>
                  <a:pt x="8695690" y="22860"/>
                </a:lnTo>
                <a:lnTo>
                  <a:pt x="8695690" y="12700"/>
                </a:lnTo>
                <a:lnTo>
                  <a:pt x="8695690" y="11430"/>
                </a:lnTo>
                <a:lnTo>
                  <a:pt x="8695690" y="0"/>
                </a:lnTo>
                <a:close/>
              </a:path>
            </a:pathLst>
          </a:custGeom>
          <a:solidFill>
            <a:srgbClr val="149CE4"/>
          </a:solidFill>
        </p:spPr>
        <p:txBody>
          <a:bodyPr wrap="square" lIns="0" tIns="0" rIns="0" bIns="0" rtlCol="0"/>
          <a:lstStyle/>
          <a:p>
            <a:endParaRPr/>
          </a:p>
        </p:txBody>
      </p:sp>
      <p:sp>
        <p:nvSpPr>
          <p:cNvPr id="96" name="bg object 96"/>
          <p:cNvSpPr/>
          <p:nvPr/>
        </p:nvSpPr>
        <p:spPr>
          <a:xfrm>
            <a:off x="228599" y="1468117"/>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129AE4"/>
          </a:solidFill>
        </p:spPr>
        <p:txBody>
          <a:bodyPr wrap="square" lIns="0" tIns="0" rIns="0" bIns="0" rtlCol="0"/>
          <a:lstStyle/>
          <a:p>
            <a:endParaRPr/>
          </a:p>
        </p:txBody>
      </p:sp>
      <p:sp>
        <p:nvSpPr>
          <p:cNvPr id="97" name="bg object 97"/>
          <p:cNvSpPr/>
          <p:nvPr/>
        </p:nvSpPr>
        <p:spPr>
          <a:xfrm>
            <a:off x="228587" y="1479549"/>
            <a:ext cx="8695690" cy="22860"/>
          </a:xfrm>
          <a:custGeom>
            <a:avLst/>
            <a:gdLst/>
            <a:ahLst/>
            <a:cxnLst/>
            <a:rect l="l" t="t" r="r" b="b"/>
            <a:pathLst>
              <a:path w="8695690" h="22859">
                <a:moveTo>
                  <a:pt x="8695690" y="0"/>
                </a:moveTo>
                <a:lnTo>
                  <a:pt x="0" y="0"/>
                </a:lnTo>
                <a:lnTo>
                  <a:pt x="0" y="11430"/>
                </a:lnTo>
                <a:lnTo>
                  <a:pt x="0" y="12700"/>
                </a:lnTo>
                <a:lnTo>
                  <a:pt x="0" y="22860"/>
                </a:lnTo>
                <a:lnTo>
                  <a:pt x="8695690" y="22860"/>
                </a:lnTo>
                <a:lnTo>
                  <a:pt x="8695690" y="12700"/>
                </a:lnTo>
                <a:lnTo>
                  <a:pt x="8695690" y="11430"/>
                </a:lnTo>
                <a:lnTo>
                  <a:pt x="8695690" y="0"/>
                </a:lnTo>
                <a:close/>
              </a:path>
            </a:pathLst>
          </a:custGeom>
          <a:solidFill>
            <a:srgbClr val="119AE2"/>
          </a:solidFill>
        </p:spPr>
        <p:txBody>
          <a:bodyPr wrap="square" lIns="0" tIns="0" rIns="0" bIns="0" rtlCol="0"/>
          <a:lstStyle/>
          <a:p>
            <a:endParaRPr/>
          </a:p>
        </p:txBody>
      </p:sp>
      <p:sp>
        <p:nvSpPr>
          <p:cNvPr id="98" name="bg object 98"/>
          <p:cNvSpPr/>
          <p:nvPr/>
        </p:nvSpPr>
        <p:spPr>
          <a:xfrm>
            <a:off x="228599" y="1502406"/>
            <a:ext cx="8695690" cy="11430"/>
          </a:xfrm>
          <a:custGeom>
            <a:avLst/>
            <a:gdLst/>
            <a:ahLst/>
            <a:cxnLst/>
            <a:rect l="l" t="t" r="r" b="b"/>
            <a:pathLst>
              <a:path w="8695690" h="11430">
                <a:moveTo>
                  <a:pt x="8695682" y="11429"/>
                </a:moveTo>
                <a:lnTo>
                  <a:pt x="0" y="11429"/>
                </a:lnTo>
                <a:lnTo>
                  <a:pt x="0" y="0"/>
                </a:lnTo>
                <a:lnTo>
                  <a:pt x="8695682" y="0"/>
                </a:lnTo>
                <a:lnTo>
                  <a:pt x="8695682" y="11429"/>
                </a:lnTo>
                <a:close/>
              </a:path>
            </a:pathLst>
          </a:custGeom>
          <a:solidFill>
            <a:srgbClr val="109AE2"/>
          </a:solidFill>
        </p:spPr>
        <p:txBody>
          <a:bodyPr wrap="square" lIns="0" tIns="0" rIns="0" bIns="0" rtlCol="0"/>
          <a:lstStyle/>
          <a:p>
            <a:endParaRPr/>
          </a:p>
        </p:txBody>
      </p:sp>
      <p:sp>
        <p:nvSpPr>
          <p:cNvPr id="99" name="bg object 99"/>
          <p:cNvSpPr/>
          <p:nvPr/>
        </p:nvSpPr>
        <p:spPr>
          <a:xfrm>
            <a:off x="228599" y="1512566"/>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0E99E2"/>
          </a:solidFill>
        </p:spPr>
        <p:txBody>
          <a:bodyPr wrap="square" lIns="0" tIns="0" rIns="0" bIns="0" rtlCol="0"/>
          <a:lstStyle/>
          <a:p>
            <a:endParaRPr/>
          </a:p>
        </p:txBody>
      </p:sp>
      <p:sp>
        <p:nvSpPr>
          <p:cNvPr id="100" name="bg object 100"/>
          <p:cNvSpPr/>
          <p:nvPr/>
        </p:nvSpPr>
        <p:spPr>
          <a:xfrm>
            <a:off x="228599" y="1523996"/>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0E99E1"/>
          </a:solidFill>
        </p:spPr>
        <p:txBody>
          <a:bodyPr wrap="square" lIns="0" tIns="0" rIns="0" bIns="0" rtlCol="0"/>
          <a:lstStyle/>
          <a:p>
            <a:endParaRPr/>
          </a:p>
        </p:txBody>
      </p:sp>
      <p:sp>
        <p:nvSpPr>
          <p:cNvPr id="101" name="bg object 101"/>
          <p:cNvSpPr/>
          <p:nvPr/>
        </p:nvSpPr>
        <p:spPr>
          <a:xfrm>
            <a:off x="228599" y="1535426"/>
            <a:ext cx="8695690" cy="11430"/>
          </a:xfrm>
          <a:custGeom>
            <a:avLst/>
            <a:gdLst/>
            <a:ahLst/>
            <a:cxnLst/>
            <a:rect l="l" t="t" r="r" b="b"/>
            <a:pathLst>
              <a:path w="8695690" h="11430">
                <a:moveTo>
                  <a:pt x="8695682" y="11429"/>
                </a:moveTo>
                <a:lnTo>
                  <a:pt x="0" y="11429"/>
                </a:lnTo>
                <a:lnTo>
                  <a:pt x="0" y="0"/>
                </a:lnTo>
                <a:lnTo>
                  <a:pt x="8695682" y="0"/>
                </a:lnTo>
                <a:lnTo>
                  <a:pt x="8695682" y="11429"/>
                </a:lnTo>
                <a:close/>
              </a:path>
            </a:pathLst>
          </a:custGeom>
          <a:solidFill>
            <a:srgbClr val="0D99E1"/>
          </a:solidFill>
        </p:spPr>
        <p:txBody>
          <a:bodyPr wrap="square" lIns="0" tIns="0" rIns="0" bIns="0" rtlCol="0"/>
          <a:lstStyle/>
          <a:p>
            <a:endParaRPr/>
          </a:p>
        </p:txBody>
      </p:sp>
      <p:sp>
        <p:nvSpPr>
          <p:cNvPr id="102" name="bg object 102"/>
          <p:cNvSpPr/>
          <p:nvPr/>
        </p:nvSpPr>
        <p:spPr>
          <a:xfrm>
            <a:off x="228599" y="1545586"/>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0B99E1"/>
          </a:solidFill>
        </p:spPr>
        <p:txBody>
          <a:bodyPr wrap="square" lIns="0" tIns="0" rIns="0" bIns="0" rtlCol="0"/>
          <a:lstStyle/>
          <a:p>
            <a:endParaRPr/>
          </a:p>
        </p:txBody>
      </p:sp>
      <p:sp>
        <p:nvSpPr>
          <p:cNvPr id="103" name="bg object 103"/>
          <p:cNvSpPr/>
          <p:nvPr/>
        </p:nvSpPr>
        <p:spPr>
          <a:xfrm>
            <a:off x="228587" y="1557032"/>
            <a:ext cx="8695690" cy="12700"/>
          </a:xfrm>
          <a:custGeom>
            <a:avLst/>
            <a:gdLst/>
            <a:ahLst/>
            <a:cxnLst/>
            <a:rect l="l" t="t" r="r" b="b"/>
            <a:pathLst>
              <a:path w="8695690" h="12700">
                <a:moveTo>
                  <a:pt x="8695690" y="0"/>
                </a:moveTo>
                <a:lnTo>
                  <a:pt x="0" y="0"/>
                </a:lnTo>
                <a:lnTo>
                  <a:pt x="0" y="7620"/>
                </a:lnTo>
                <a:lnTo>
                  <a:pt x="355" y="7620"/>
                </a:lnTo>
                <a:lnTo>
                  <a:pt x="355" y="12700"/>
                </a:lnTo>
                <a:lnTo>
                  <a:pt x="8694941" y="12700"/>
                </a:lnTo>
                <a:lnTo>
                  <a:pt x="8694941" y="7620"/>
                </a:lnTo>
                <a:lnTo>
                  <a:pt x="8695690" y="7620"/>
                </a:lnTo>
                <a:lnTo>
                  <a:pt x="8695690" y="0"/>
                </a:lnTo>
                <a:close/>
              </a:path>
            </a:pathLst>
          </a:custGeom>
          <a:solidFill>
            <a:srgbClr val="0B97E1"/>
          </a:solidFill>
        </p:spPr>
        <p:txBody>
          <a:bodyPr wrap="square" lIns="0" tIns="0" rIns="0" bIns="0" rtlCol="0"/>
          <a:lstStyle/>
          <a:p>
            <a:endParaRPr/>
          </a:p>
        </p:txBody>
      </p:sp>
      <p:sp>
        <p:nvSpPr>
          <p:cNvPr id="104" name="bg object 104"/>
          <p:cNvSpPr/>
          <p:nvPr/>
        </p:nvSpPr>
        <p:spPr>
          <a:xfrm>
            <a:off x="229489" y="1568462"/>
            <a:ext cx="8693150" cy="11430"/>
          </a:xfrm>
          <a:custGeom>
            <a:avLst/>
            <a:gdLst/>
            <a:ahLst/>
            <a:cxnLst/>
            <a:rect l="l" t="t" r="r" b="b"/>
            <a:pathLst>
              <a:path w="8693150" h="11430">
                <a:moveTo>
                  <a:pt x="8692959" y="0"/>
                </a:moveTo>
                <a:lnTo>
                  <a:pt x="0" y="0"/>
                </a:lnTo>
                <a:lnTo>
                  <a:pt x="0" y="5080"/>
                </a:lnTo>
                <a:lnTo>
                  <a:pt x="1270" y="5080"/>
                </a:lnTo>
                <a:lnTo>
                  <a:pt x="1270" y="11430"/>
                </a:lnTo>
                <a:lnTo>
                  <a:pt x="8691308" y="11430"/>
                </a:lnTo>
                <a:lnTo>
                  <a:pt x="8691308" y="5080"/>
                </a:lnTo>
                <a:lnTo>
                  <a:pt x="8692959" y="5080"/>
                </a:lnTo>
                <a:lnTo>
                  <a:pt x="8692959" y="0"/>
                </a:lnTo>
                <a:close/>
              </a:path>
            </a:pathLst>
          </a:custGeom>
          <a:solidFill>
            <a:srgbClr val="0A97E1"/>
          </a:solidFill>
        </p:spPr>
        <p:txBody>
          <a:bodyPr wrap="square" lIns="0" tIns="0" rIns="0" bIns="0" rtlCol="0"/>
          <a:lstStyle/>
          <a:p>
            <a:endParaRPr/>
          </a:p>
        </p:txBody>
      </p:sp>
      <p:sp>
        <p:nvSpPr>
          <p:cNvPr id="105" name="bg object 105"/>
          <p:cNvSpPr/>
          <p:nvPr/>
        </p:nvSpPr>
        <p:spPr>
          <a:xfrm>
            <a:off x="232029" y="1579892"/>
            <a:ext cx="8688070" cy="22860"/>
          </a:xfrm>
          <a:custGeom>
            <a:avLst/>
            <a:gdLst/>
            <a:ahLst/>
            <a:cxnLst/>
            <a:rect l="l" t="t" r="r" b="b"/>
            <a:pathLst>
              <a:path w="8688070" h="22859">
                <a:moveTo>
                  <a:pt x="8687524" y="0"/>
                </a:moveTo>
                <a:lnTo>
                  <a:pt x="0" y="0"/>
                </a:lnTo>
                <a:lnTo>
                  <a:pt x="0" y="2540"/>
                </a:lnTo>
                <a:lnTo>
                  <a:pt x="2032" y="2540"/>
                </a:lnTo>
                <a:lnTo>
                  <a:pt x="2032" y="11430"/>
                </a:lnTo>
                <a:lnTo>
                  <a:pt x="3695" y="11430"/>
                </a:lnTo>
                <a:lnTo>
                  <a:pt x="4178" y="12687"/>
                </a:lnTo>
                <a:lnTo>
                  <a:pt x="9258" y="20307"/>
                </a:lnTo>
                <a:lnTo>
                  <a:pt x="10718" y="22847"/>
                </a:lnTo>
                <a:lnTo>
                  <a:pt x="8677719" y="22847"/>
                </a:lnTo>
                <a:lnTo>
                  <a:pt x="8679548" y="20307"/>
                </a:lnTo>
                <a:lnTo>
                  <a:pt x="8683346" y="12687"/>
                </a:lnTo>
                <a:lnTo>
                  <a:pt x="8683815" y="11430"/>
                </a:lnTo>
                <a:lnTo>
                  <a:pt x="8685466" y="11430"/>
                </a:lnTo>
                <a:lnTo>
                  <a:pt x="8685466" y="2540"/>
                </a:lnTo>
                <a:lnTo>
                  <a:pt x="8687524" y="2540"/>
                </a:lnTo>
                <a:lnTo>
                  <a:pt x="8687524" y="0"/>
                </a:lnTo>
                <a:close/>
              </a:path>
            </a:pathLst>
          </a:custGeom>
          <a:solidFill>
            <a:srgbClr val="0895E1"/>
          </a:solidFill>
        </p:spPr>
        <p:txBody>
          <a:bodyPr wrap="square" lIns="0" tIns="0" rIns="0" bIns="0" rtlCol="0"/>
          <a:lstStyle/>
          <a:p>
            <a:endParaRPr/>
          </a:p>
        </p:txBody>
      </p:sp>
      <p:sp>
        <p:nvSpPr>
          <p:cNvPr id="106" name="bg object 106"/>
          <p:cNvSpPr/>
          <p:nvPr/>
        </p:nvSpPr>
        <p:spPr>
          <a:xfrm>
            <a:off x="244182" y="1601482"/>
            <a:ext cx="8663940" cy="11430"/>
          </a:xfrm>
          <a:custGeom>
            <a:avLst/>
            <a:gdLst/>
            <a:ahLst/>
            <a:cxnLst/>
            <a:rect l="l" t="t" r="r" b="b"/>
            <a:pathLst>
              <a:path w="8663940" h="11430">
                <a:moveTo>
                  <a:pt x="8663737" y="0"/>
                </a:moveTo>
                <a:lnTo>
                  <a:pt x="0" y="0"/>
                </a:lnTo>
                <a:lnTo>
                  <a:pt x="0" y="7620"/>
                </a:lnTo>
                <a:lnTo>
                  <a:pt x="3810" y="7620"/>
                </a:lnTo>
                <a:lnTo>
                  <a:pt x="3810" y="11430"/>
                </a:lnTo>
                <a:lnTo>
                  <a:pt x="8659673" y="11430"/>
                </a:lnTo>
                <a:lnTo>
                  <a:pt x="8659673" y="7620"/>
                </a:lnTo>
                <a:lnTo>
                  <a:pt x="8663737" y="7620"/>
                </a:lnTo>
                <a:lnTo>
                  <a:pt x="8663737" y="0"/>
                </a:lnTo>
                <a:close/>
              </a:path>
            </a:pathLst>
          </a:custGeom>
          <a:solidFill>
            <a:srgbClr val="0795E1"/>
          </a:solidFill>
        </p:spPr>
        <p:txBody>
          <a:bodyPr wrap="square" lIns="0" tIns="0" rIns="0" bIns="0" rtlCol="0"/>
          <a:lstStyle/>
          <a:p>
            <a:endParaRPr/>
          </a:p>
        </p:txBody>
      </p:sp>
      <p:sp>
        <p:nvSpPr>
          <p:cNvPr id="107" name="bg object 107"/>
          <p:cNvSpPr/>
          <p:nvPr/>
        </p:nvSpPr>
        <p:spPr>
          <a:xfrm>
            <a:off x="249644" y="1612896"/>
            <a:ext cx="8653145" cy="11430"/>
          </a:xfrm>
          <a:custGeom>
            <a:avLst/>
            <a:gdLst/>
            <a:ahLst/>
            <a:cxnLst/>
            <a:rect l="l" t="t" r="r" b="b"/>
            <a:pathLst>
              <a:path w="8653145" h="11430">
                <a:moveTo>
                  <a:pt x="8642887" y="11429"/>
                </a:moveTo>
                <a:lnTo>
                  <a:pt x="9434" y="11429"/>
                </a:lnTo>
                <a:lnTo>
                  <a:pt x="4354" y="5079"/>
                </a:lnTo>
                <a:lnTo>
                  <a:pt x="0" y="0"/>
                </a:lnTo>
                <a:lnTo>
                  <a:pt x="8652862" y="0"/>
                </a:lnTo>
                <a:lnTo>
                  <a:pt x="8649237" y="5079"/>
                </a:lnTo>
                <a:lnTo>
                  <a:pt x="8642887" y="11429"/>
                </a:lnTo>
                <a:close/>
              </a:path>
            </a:pathLst>
          </a:custGeom>
          <a:solidFill>
            <a:srgbClr val="0595E1"/>
          </a:solidFill>
        </p:spPr>
        <p:txBody>
          <a:bodyPr wrap="square" lIns="0" tIns="0" rIns="0" bIns="0" rtlCol="0"/>
          <a:lstStyle/>
          <a:p>
            <a:endParaRPr/>
          </a:p>
        </p:txBody>
      </p:sp>
      <p:sp>
        <p:nvSpPr>
          <p:cNvPr id="108" name="bg object 108"/>
          <p:cNvSpPr/>
          <p:nvPr/>
        </p:nvSpPr>
        <p:spPr>
          <a:xfrm>
            <a:off x="258051" y="1623059"/>
            <a:ext cx="8636000" cy="24130"/>
          </a:xfrm>
          <a:custGeom>
            <a:avLst/>
            <a:gdLst/>
            <a:ahLst/>
            <a:cxnLst/>
            <a:rect l="l" t="t" r="r" b="b"/>
            <a:pathLst>
              <a:path w="8636000" h="24130">
                <a:moveTo>
                  <a:pt x="8635721" y="0"/>
                </a:moveTo>
                <a:lnTo>
                  <a:pt x="0" y="0"/>
                </a:lnTo>
                <a:lnTo>
                  <a:pt x="1016" y="1270"/>
                </a:lnTo>
                <a:lnTo>
                  <a:pt x="8636" y="8890"/>
                </a:lnTo>
                <a:lnTo>
                  <a:pt x="12192" y="11430"/>
                </a:lnTo>
                <a:lnTo>
                  <a:pt x="13970" y="12700"/>
                </a:lnTo>
                <a:lnTo>
                  <a:pt x="17526" y="15240"/>
                </a:lnTo>
                <a:lnTo>
                  <a:pt x="25146" y="20320"/>
                </a:lnTo>
                <a:lnTo>
                  <a:pt x="31813" y="24130"/>
                </a:lnTo>
                <a:lnTo>
                  <a:pt x="8603678" y="24130"/>
                </a:lnTo>
                <a:lnTo>
                  <a:pt x="8619223" y="15240"/>
                </a:lnTo>
                <a:lnTo>
                  <a:pt x="8622271" y="12700"/>
                </a:lnTo>
                <a:lnTo>
                  <a:pt x="8623795" y="11430"/>
                </a:lnTo>
                <a:lnTo>
                  <a:pt x="8626856" y="8890"/>
                </a:lnTo>
                <a:lnTo>
                  <a:pt x="8635721" y="0"/>
                </a:lnTo>
                <a:close/>
              </a:path>
            </a:pathLst>
          </a:custGeom>
          <a:solidFill>
            <a:srgbClr val="0493DF"/>
          </a:solidFill>
        </p:spPr>
        <p:txBody>
          <a:bodyPr wrap="square" lIns="0" tIns="0" rIns="0" bIns="0" rtlCol="0"/>
          <a:lstStyle/>
          <a:p>
            <a:endParaRPr/>
          </a:p>
        </p:txBody>
      </p:sp>
      <p:sp>
        <p:nvSpPr>
          <p:cNvPr id="109" name="bg object 109"/>
          <p:cNvSpPr/>
          <p:nvPr/>
        </p:nvSpPr>
        <p:spPr>
          <a:xfrm>
            <a:off x="287654" y="1645916"/>
            <a:ext cx="8576310" cy="10160"/>
          </a:xfrm>
          <a:custGeom>
            <a:avLst/>
            <a:gdLst/>
            <a:ahLst/>
            <a:cxnLst/>
            <a:rect l="l" t="t" r="r" b="b"/>
            <a:pathLst>
              <a:path w="8576310" h="10160">
                <a:moveTo>
                  <a:pt x="8543902" y="10157"/>
                </a:moveTo>
                <a:lnTo>
                  <a:pt x="32382" y="10157"/>
                </a:lnTo>
                <a:lnTo>
                  <a:pt x="22222" y="8887"/>
                </a:lnTo>
                <a:lnTo>
                  <a:pt x="13332" y="5077"/>
                </a:lnTo>
                <a:lnTo>
                  <a:pt x="4442" y="2537"/>
                </a:lnTo>
                <a:lnTo>
                  <a:pt x="0" y="0"/>
                </a:lnTo>
                <a:lnTo>
                  <a:pt x="8576277" y="0"/>
                </a:lnTo>
                <a:lnTo>
                  <a:pt x="8571852" y="2537"/>
                </a:lnTo>
                <a:lnTo>
                  <a:pt x="8564227" y="5077"/>
                </a:lnTo>
                <a:lnTo>
                  <a:pt x="8554077" y="8887"/>
                </a:lnTo>
                <a:lnTo>
                  <a:pt x="8543902" y="10157"/>
                </a:lnTo>
                <a:close/>
              </a:path>
            </a:pathLst>
          </a:custGeom>
          <a:solidFill>
            <a:srgbClr val="0293DF"/>
          </a:solidFill>
        </p:spPr>
        <p:txBody>
          <a:bodyPr wrap="square" lIns="0" tIns="0" rIns="0" bIns="0" rtlCol="0"/>
          <a:lstStyle/>
          <a:p>
            <a:endParaRPr/>
          </a:p>
        </p:txBody>
      </p:sp>
      <p:sp>
        <p:nvSpPr>
          <p:cNvPr id="110" name="bg object 110"/>
          <p:cNvSpPr/>
          <p:nvPr/>
        </p:nvSpPr>
        <p:spPr>
          <a:xfrm>
            <a:off x="6046462" y="859788"/>
            <a:ext cx="2877820" cy="713740"/>
          </a:xfrm>
          <a:custGeom>
            <a:avLst/>
            <a:gdLst/>
            <a:ahLst/>
            <a:cxnLst/>
            <a:rect l="l" t="t" r="r" b="b"/>
            <a:pathLst>
              <a:path w="2877820" h="713740">
                <a:moveTo>
                  <a:pt x="1394447" y="713738"/>
                </a:moveTo>
                <a:lnTo>
                  <a:pt x="1296672" y="713738"/>
                </a:lnTo>
                <a:lnTo>
                  <a:pt x="1197597" y="711198"/>
                </a:lnTo>
                <a:lnTo>
                  <a:pt x="1093472" y="709928"/>
                </a:lnTo>
                <a:lnTo>
                  <a:pt x="984248" y="704848"/>
                </a:lnTo>
                <a:lnTo>
                  <a:pt x="873748" y="698498"/>
                </a:lnTo>
                <a:lnTo>
                  <a:pt x="643873" y="680718"/>
                </a:lnTo>
                <a:lnTo>
                  <a:pt x="523223" y="666748"/>
                </a:lnTo>
                <a:lnTo>
                  <a:pt x="397499" y="654048"/>
                </a:lnTo>
                <a:lnTo>
                  <a:pt x="138424" y="619758"/>
                </a:lnTo>
                <a:lnTo>
                  <a:pt x="0" y="599438"/>
                </a:lnTo>
                <a:lnTo>
                  <a:pt x="200649" y="566418"/>
                </a:lnTo>
                <a:lnTo>
                  <a:pt x="621023" y="488949"/>
                </a:lnTo>
                <a:lnTo>
                  <a:pt x="841998" y="443229"/>
                </a:lnTo>
                <a:lnTo>
                  <a:pt x="1314447" y="339089"/>
                </a:lnTo>
                <a:lnTo>
                  <a:pt x="1564621" y="280669"/>
                </a:lnTo>
                <a:lnTo>
                  <a:pt x="1822446" y="215899"/>
                </a:lnTo>
                <a:lnTo>
                  <a:pt x="1964671" y="182879"/>
                </a:lnTo>
                <a:lnTo>
                  <a:pt x="2103120" y="148589"/>
                </a:lnTo>
                <a:lnTo>
                  <a:pt x="2371070" y="91439"/>
                </a:lnTo>
                <a:lnTo>
                  <a:pt x="2749544" y="19049"/>
                </a:lnTo>
                <a:lnTo>
                  <a:pt x="2870194" y="0"/>
                </a:lnTo>
                <a:lnTo>
                  <a:pt x="2877819" y="0"/>
                </a:lnTo>
                <a:lnTo>
                  <a:pt x="2877819" y="433069"/>
                </a:lnTo>
                <a:lnTo>
                  <a:pt x="2872719" y="434339"/>
                </a:lnTo>
                <a:lnTo>
                  <a:pt x="2755894" y="481329"/>
                </a:lnTo>
                <a:lnTo>
                  <a:pt x="2633969" y="525778"/>
                </a:lnTo>
                <a:lnTo>
                  <a:pt x="2506969" y="566418"/>
                </a:lnTo>
                <a:lnTo>
                  <a:pt x="2373620" y="601978"/>
                </a:lnTo>
                <a:lnTo>
                  <a:pt x="2302495" y="618488"/>
                </a:lnTo>
                <a:lnTo>
                  <a:pt x="2232645" y="633728"/>
                </a:lnTo>
                <a:lnTo>
                  <a:pt x="2157720" y="646428"/>
                </a:lnTo>
                <a:lnTo>
                  <a:pt x="2084070" y="660398"/>
                </a:lnTo>
                <a:lnTo>
                  <a:pt x="1926571" y="683258"/>
                </a:lnTo>
                <a:lnTo>
                  <a:pt x="1760221" y="698498"/>
                </a:lnTo>
                <a:lnTo>
                  <a:pt x="1673846" y="704848"/>
                </a:lnTo>
                <a:lnTo>
                  <a:pt x="1584946" y="709928"/>
                </a:lnTo>
                <a:lnTo>
                  <a:pt x="1490971" y="711198"/>
                </a:lnTo>
                <a:lnTo>
                  <a:pt x="1394447" y="713738"/>
                </a:lnTo>
                <a:close/>
              </a:path>
            </a:pathLst>
          </a:custGeom>
          <a:solidFill>
            <a:srgbClr val="C4E6FB">
              <a:alpha val="28627"/>
            </a:srgbClr>
          </a:solidFill>
        </p:spPr>
        <p:txBody>
          <a:bodyPr wrap="square" lIns="0" tIns="0" rIns="0" bIns="0" rtlCol="0"/>
          <a:lstStyle/>
          <a:p>
            <a:endParaRPr/>
          </a:p>
        </p:txBody>
      </p:sp>
      <p:sp>
        <p:nvSpPr>
          <p:cNvPr id="111" name="bg object 111"/>
          <p:cNvSpPr/>
          <p:nvPr/>
        </p:nvSpPr>
        <p:spPr>
          <a:xfrm>
            <a:off x="2618744" y="730248"/>
            <a:ext cx="5544820" cy="850900"/>
          </a:xfrm>
          <a:custGeom>
            <a:avLst/>
            <a:gdLst/>
            <a:ahLst/>
            <a:cxnLst/>
            <a:rect l="l" t="t" r="r" b="b"/>
            <a:pathLst>
              <a:path w="5544820" h="850900">
                <a:moveTo>
                  <a:pt x="4857740" y="850898"/>
                </a:moveTo>
                <a:lnTo>
                  <a:pt x="4660890" y="850898"/>
                </a:lnTo>
                <a:lnTo>
                  <a:pt x="4555465" y="847088"/>
                </a:lnTo>
                <a:lnTo>
                  <a:pt x="4447516" y="842008"/>
                </a:lnTo>
                <a:lnTo>
                  <a:pt x="4337041" y="835658"/>
                </a:lnTo>
                <a:lnTo>
                  <a:pt x="4107166" y="817878"/>
                </a:lnTo>
                <a:lnTo>
                  <a:pt x="3986516" y="806448"/>
                </a:lnTo>
                <a:lnTo>
                  <a:pt x="3465818" y="739138"/>
                </a:lnTo>
                <a:lnTo>
                  <a:pt x="3324843" y="717548"/>
                </a:lnTo>
                <a:lnTo>
                  <a:pt x="3180068" y="692148"/>
                </a:lnTo>
                <a:lnTo>
                  <a:pt x="3031468" y="668018"/>
                </a:lnTo>
                <a:lnTo>
                  <a:pt x="2879069" y="638808"/>
                </a:lnTo>
                <a:lnTo>
                  <a:pt x="2722869" y="607058"/>
                </a:lnTo>
                <a:lnTo>
                  <a:pt x="2559044" y="576578"/>
                </a:lnTo>
                <a:lnTo>
                  <a:pt x="1866896" y="421639"/>
                </a:lnTo>
                <a:lnTo>
                  <a:pt x="1281422" y="279399"/>
                </a:lnTo>
                <a:lnTo>
                  <a:pt x="1078222" y="234949"/>
                </a:lnTo>
                <a:lnTo>
                  <a:pt x="693398" y="156209"/>
                </a:lnTo>
                <a:lnTo>
                  <a:pt x="333999" y="96519"/>
                </a:lnTo>
                <a:lnTo>
                  <a:pt x="163824" y="73659"/>
                </a:lnTo>
                <a:lnTo>
                  <a:pt x="0" y="53339"/>
                </a:lnTo>
                <a:lnTo>
                  <a:pt x="116824" y="35559"/>
                </a:lnTo>
                <a:lnTo>
                  <a:pt x="243824" y="22859"/>
                </a:lnTo>
                <a:lnTo>
                  <a:pt x="380999" y="11429"/>
                </a:lnTo>
                <a:lnTo>
                  <a:pt x="527048" y="5079"/>
                </a:lnTo>
                <a:lnTo>
                  <a:pt x="684523" y="0"/>
                </a:lnTo>
                <a:lnTo>
                  <a:pt x="852148" y="0"/>
                </a:lnTo>
                <a:lnTo>
                  <a:pt x="1031222" y="5079"/>
                </a:lnTo>
                <a:lnTo>
                  <a:pt x="1220447" y="15239"/>
                </a:lnTo>
                <a:lnTo>
                  <a:pt x="1628121" y="50799"/>
                </a:lnTo>
                <a:lnTo>
                  <a:pt x="1965946" y="96519"/>
                </a:lnTo>
                <a:lnTo>
                  <a:pt x="2082795" y="114299"/>
                </a:lnTo>
                <a:lnTo>
                  <a:pt x="2327895" y="156209"/>
                </a:lnTo>
                <a:lnTo>
                  <a:pt x="2583169" y="205739"/>
                </a:lnTo>
                <a:lnTo>
                  <a:pt x="2851144" y="264159"/>
                </a:lnTo>
                <a:lnTo>
                  <a:pt x="3835392" y="497838"/>
                </a:lnTo>
                <a:lnTo>
                  <a:pt x="4160491" y="567688"/>
                </a:lnTo>
                <a:lnTo>
                  <a:pt x="4469115" y="629918"/>
                </a:lnTo>
                <a:lnTo>
                  <a:pt x="5036789" y="727708"/>
                </a:lnTo>
                <a:lnTo>
                  <a:pt x="5298414" y="765808"/>
                </a:lnTo>
                <a:lnTo>
                  <a:pt x="5544788" y="797558"/>
                </a:lnTo>
                <a:lnTo>
                  <a:pt x="5468588" y="808988"/>
                </a:lnTo>
                <a:lnTo>
                  <a:pt x="5222214" y="835658"/>
                </a:lnTo>
                <a:lnTo>
                  <a:pt x="5134589" y="842008"/>
                </a:lnTo>
                <a:lnTo>
                  <a:pt x="5045689" y="847088"/>
                </a:lnTo>
                <a:lnTo>
                  <a:pt x="4954240" y="848358"/>
                </a:lnTo>
                <a:lnTo>
                  <a:pt x="4857740" y="850898"/>
                </a:lnTo>
                <a:close/>
              </a:path>
            </a:pathLst>
          </a:custGeom>
          <a:solidFill>
            <a:srgbClr val="C4E6FB">
              <a:alpha val="39607"/>
            </a:srgbClr>
          </a:solidFill>
        </p:spPr>
        <p:txBody>
          <a:bodyPr wrap="square" lIns="0" tIns="0" rIns="0" bIns="0" rtlCol="0"/>
          <a:lstStyle/>
          <a:p>
            <a:endParaRPr/>
          </a:p>
        </p:txBody>
      </p:sp>
      <p:sp>
        <p:nvSpPr>
          <p:cNvPr id="112" name="bg object 112"/>
          <p:cNvSpPr/>
          <p:nvPr/>
        </p:nvSpPr>
        <p:spPr>
          <a:xfrm>
            <a:off x="2828294" y="742948"/>
            <a:ext cx="5467350" cy="774700"/>
          </a:xfrm>
          <a:custGeom>
            <a:avLst/>
            <a:gdLst/>
            <a:ahLst/>
            <a:cxnLst/>
            <a:rect l="l" t="t" r="r" b="b"/>
            <a:pathLst>
              <a:path w="5467350" h="774700">
                <a:moveTo>
                  <a:pt x="0" y="78739"/>
                </a:moveTo>
                <a:lnTo>
                  <a:pt x="76199" y="62229"/>
                </a:lnTo>
                <a:lnTo>
                  <a:pt x="173974" y="46989"/>
                </a:lnTo>
                <a:lnTo>
                  <a:pt x="237474" y="38099"/>
                </a:lnTo>
                <a:lnTo>
                  <a:pt x="312399" y="29209"/>
                </a:lnTo>
                <a:lnTo>
                  <a:pt x="394949" y="22859"/>
                </a:lnTo>
                <a:lnTo>
                  <a:pt x="490199" y="15239"/>
                </a:lnTo>
                <a:lnTo>
                  <a:pt x="594348" y="8889"/>
                </a:lnTo>
                <a:lnTo>
                  <a:pt x="711198" y="3809"/>
                </a:lnTo>
                <a:lnTo>
                  <a:pt x="839448" y="2539"/>
                </a:lnTo>
                <a:lnTo>
                  <a:pt x="977898" y="0"/>
                </a:lnTo>
                <a:lnTo>
                  <a:pt x="1126472" y="2539"/>
                </a:lnTo>
                <a:lnTo>
                  <a:pt x="1285222" y="6349"/>
                </a:lnTo>
                <a:lnTo>
                  <a:pt x="1457947" y="15239"/>
                </a:lnTo>
                <a:lnTo>
                  <a:pt x="1640821" y="26669"/>
                </a:lnTo>
                <a:lnTo>
                  <a:pt x="1833871" y="44449"/>
                </a:lnTo>
                <a:lnTo>
                  <a:pt x="2040870" y="64769"/>
                </a:lnTo>
                <a:lnTo>
                  <a:pt x="2259320" y="88899"/>
                </a:lnTo>
                <a:lnTo>
                  <a:pt x="2489194" y="118109"/>
                </a:lnTo>
                <a:lnTo>
                  <a:pt x="2731744" y="153669"/>
                </a:lnTo>
                <a:lnTo>
                  <a:pt x="2984493" y="194309"/>
                </a:lnTo>
                <a:lnTo>
                  <a:pt x="3249918" y="241299"/>
                </a:lnTo>
                <a:lnTo>
                  <a:pt x="3528042" y="297179"/>
                </a:lnTo>
                <a:lnTo>
                  <a:pt x="3820142" y="356869"/>
                </a:lnTo>
                <a:lnTo>
                  <a:pt x="4123666" y="424179"/>
                </a:lnTo>
                <a:lnTo>
                  <a:pt x="4441166" y="500378"/>
                </a:lnTo>
                <a:lnTo>
                  <a:pt x="4770090" y="582928"/>
                </a:lnTo>
                <a:lnTo>
                  <a:pt x="5112989" y="674368"/>
                </a:lnTo>
                <a:lnTo>
                  <a:pt x="5467338" y="774698"/>
                </a:lnTo>
              </a:path>
            </a:pathLst>
          </a:custGeom>
          <a:ln w="9524">
            <a:solidFill>
              <a:srgbClr val="FFFFFF"/>
            </a:solidFill>
          </a:ln>
        </p:spPr>
        <p:txBody>
          <a:bodyPr wrap="square" lIns="0" tIns="0" rIns="0" bIns="0" rtlCol="0"/>
          <a:lstStyle/>
          <a:p>
            <a:endParaRPr/>
          </a:p>
        </p:txBody>
      </p:sp>
      <p:sp>
        <p:nvSpPr>
          <p:cNvPr id="113" name="bg object 113"/>
          <p:cNvSpPr/>
          <p:nvPr/>
        </p:nvSpPr>
        <p:spPr>
          <a:xfrm>
            <a:off x="2823527" y="738187"/>
            <a:ext cx="5476875" cy="784225"/>
          </a:xfrm>
          <a:custGeom>
            <a:avLst/>
            <a:gdLst/>
            <a:ahLst/>
            <a:cxnLst/>
            <a:rect l="l" t="t" r="r" b="b"/>
            <a:pathLst>
              <a:path w="5476875" h="784225">
                <a:moveTo>
                  <a:pt x="9525" y="4762"/>
                </a:moveTo>
                <a:lnTo>
                  <a:pt x="8128" y="1397"/>
                </a:lnTo>
                <a:lnTo>
                  <a:pt x="4762" y="0"/>
                </a:lnTo>
                <a:lnTo>
                  <a:pt x="1397" y="1397"/>
                </a:lnTo>
                <a:lnTo>
                  <a:pt x="0" y="4762"/>
                </a:lnTo>
                <a:lnTo>
                  <a:pt x="1397" y="8140"/>
                </a:lnTo>
                <a:lnTo>
                  <a:pt x="4762" y="9525"/>
                </a:lnTo>
                <a:lnTo>
                  <a:pt x="8128" y="8140"/>
                </a:lnTo>
                <a:lnTo>
                  <a:pt x="9525" y="4762"/>
                </a:lnTo>
                <a:close/>
              </a:path>
              <a:path w="5476875" h="784225">
                <a:moveTo>
                  <a:pt x="5476862" y="779462"/>
                </a:moveTo>
                <a:lnTo>
                  <a:pt x="5475465" y="776097"/>
                </a:lnTo>
                <a:lnTo>
                  <a:pt x="5472100" y="774700"/>
                </a:lnTo>
                <a:lnTo>
                  <a:pt x="5468734" y="776097"/>
                </a:lnTo>
                <a:lnTo>
                  <a:pt x="5467337" y="779462"/>
                </a:lnTo>
                <a:lnTo>
                  <a:pt x="5468734" y="782828"/>
                </a:lnTo>
                <a:lnTo>
                  <a:pt x="5472100" y="784225"/>
                </a:lnTo>
                <a:lnTo>
                  <a:pt x="5475465" y="782828"/>
                </a:lnTo>
                <a:lnTo>
                  <a:pt x="5476862" y="779462"/>
                </a:lnTo>
                <a:close/>
              </a:path>
            </a:pathLst>
          </a:custGeom>
          <a:solidFill>
            <a:srgbClr val="FFFFFF"/>
          </a:solidFill>
        </p:spPr>
        <p:txBody>
          <a:bodyPr wrap="square" lIns="0" tIns="0" rIns="0" bIns="0" rtlCol="0"/>
          <a:lstStyle/>
          <a:p>
            <a:endParaRPr/>
          </a:p>
        </p:txBody>
      </p:sp>
      <p:sp>
        <p:nvSpPr>
          <p:cNvPr id="114" name="bg object 114"/>
          <p:cNvSpPr/>
          <p:nvPr/>
        </p:nvSpPr>
        <p:spPr>
          <a:xfrm>
            <a:off x="5608313" y="728978"/>
            <a:ext cx="3308350" cy="652780"/>
          </a:xfrm>
          <a:custGeom>
            <a:avLst/>
            <a:gdLst/>
            <a:ahLst/>
            <a:cxnLst/>
            <a:rect l="l" t="t" r="r" b="b"/>
            <a:pathLst>
              <a:path w="3308350" h="652780">
                <a:moveTo>
                  <a:pt x="0" y="652778"/>
                </a:moveTo>
                <a:lnTo>
                  <a:pt x="95249" y="626108"/>
                </a:lnTo>
                <a:lnTo>
                  <a:pt x="356874" y="556258"/>
                </a:lnTo>
                <a:lnTo>
                  <a:pt x="538473" y="509268"/>
                </a:lnTo>
                <a:lnTo>
                  <a:pt x="746748" y="458469"/>
                </a:lnTo>
                <a:lnTo>
                  <a:pt x="977898" y="402589"/>
                </a:lnTo>
                <a:lnTo>
                  <a:pt x="1226822" y="341629"/>
                </a:lnTo>
                <a:lnTo>
                  <a:pt x="1490971" y="284479"/>
                </a:lnTo>
                <a:lnTo>
                  <a:pt x="1760221" y="226059"/>
                </a:lnTo>
                <a:lnTo>
                  <a:pt x="2037070" y="172719"/>
                </a:lnTo>
                <a:lnTo>
                  <a:pt x="2311395" y="120649"/>
                </a:lnTo>
                <a:lnTo>
                  <a:pt x="2447270" y="99059"/>
                </a:lnTo>
                <a:lnTo>
                  <a:pt x="2579369" y="76199"/>
                </a:lnTo>
                <a:lnTo>
                  <a:pt x="2711444" y="58419"/>
                </a:lnTo>
                <a:lnTo>
                  <a:pt x="2838444" y="40639"/>
                </a:lnTo>
                <a:lnTo>
                  <a:pt x="2964169" y="26669"/>
                </a:lnTo>
                <a:lnTo>
                  <a:pt x="3082268" y="15239"/>
                </a:lnTo>
                <a:lnTo>
                  <a:pt x="3197843" y="6349"/>
                </a:lnTo>
                <a:lnTo>
                  <a:pt x="3308343" y="0"/>
                </a:lnTo>
              </a:path>
            </a:pathLst>
          </a:custGeom>
          <a:ln w="9524">
            <a:solidFill>
              <a:srgbClr val="FFFFFF"/>
            </a:solidFill>
          </a:ln>
        </p:spPr>
        <p:txBody>
          <a:bodyPr wrap="square" lIns="0" tIns="0" rIns="0" bIns="0" rtlCol="0"/>
          <a:lstStyle/>
          <a:p>
            <a:endParaRPr/>
          </a:p>
        </p:txBody>
      </p:sp>
      <p:sp>
        <p:nvSpPr>
          <p:cNvPr id="115" name="bg object 115"/>
          <p:cNvSpPr/>
          <p:nvPr/>
        </p:nvSpPr>
        <p:spPr>
          <a:xfrm>
            <a:off x="8911894" y="1376994"/>
            <a:ext cx="9525" cy="9525"/>
          </a:xfrm>
          <a:custGeom>
            <a:avLst/>
            <a:gdLst/>
            <a:ahLst/>
            <a:cxnLst/>
            <a:rect l="l" t="t" r="r" b="b"/>
            <a:pathLst>
              <a:path w="9525" h="9525">
                <a:moveTo>
                  <a:pt x="0" y="4762"/>
                </a:moveTo>
                <a:lnTo>
                  <a:pt x="1394" y="8130"/>
                </a:lnTo>
                <a:lnTo>
                  <a:pt x="4762" y="9524"/>
                </a:lnTo>
                <a:lnTo>
                  <a:pt x="8129" y="8130"/>
                </a:lnTo>
                <a:lnTo>
                  <a:pt x="9524" y="4762"/>
                </a:lnTo>
                <a:lnTo>
                  <a:pt x="8129" y="1394"/>
                </a:lnTo>
                <a:lnTo>
                  <a:pt x="4762" y="0"/>
                </a:lnTo>
                <a:lnTo>
                  <a:pt x="1394" y="1394"/>
                </a:lnTo>
                <a:lnTo>
                  <a:pt x="0" y="4762"/>
                </a:lnTo>
                <a:close/>
              </a:path>
            </a:pathLst>
          </a:custGeom>
          <a:solidFill>
            <a:srgbClr val="FFFFFF"/>
          </a:solidFill>
        </p:spPr>
        <p:txBody>
          <a:bodyPr wrap="square" lIns="0" tIns="0" rIns="0" bIns="0" rtlCol="0"/>
          <a:lstStyle/>
          <a:p>
            <a:endParaRPr/>
          </a:p>
        </p:txBody>
      </p:sp>
      <p:pic>
        <p:nvPicPr>
          <p:cNvPr id="116" name="bg object 116"/>
          <p:cNvPicPr/>
          <p:nvPr/>
        </p:nvPicPr>
        <p:blipFill>
          <a:blip r:embed="rId2" cstate="print"/>
          <a:stretch>
            <a:fillRect/>
          </a:stretch>
        </p:blipFill>
        <p:spPr>
          <a:xfrm>
            <a:off x="971548" y="3141978"/>
            <a:ext cx="2917894" cy="720088"/>
          </a:xfrm>
          <a:prstGeom prst="rect">
            <a:avLst/>
          </a:prstGeom>
        </p:spPr>
      </p:pic>
      <p:pic>
        <p:nvPicPr>
          <p:cNvPr id="117" name="bg object 117"/>
          <p:cNvPicPr/>
          <p:nvPr/>
        </p:nvPicPr>
        <p:blipFill>
          <a:blip r:embed="rId2" cstate="print"/>
          <a:stretch>
            <a:fillRect/>
          </a:stretch>
        </p:blipFill>
        <p:spPr>
          <a:xfrm>
            <a:off x="991868" y="4069076"/>
            <a:ext cx="2917874" cy="720088"/>
          </a:xfrm>
          <a:prstGeom prst="rect">
            <a:avLst/>
          </a:prstGeom>
        </p:spPr>
      </p:pic>
      <p:pic>
        <p:nvPicPr>
          <p:cNvPr id="118" name="bg object 118"/>
          <p:cNvPicPr/>
          <p:nvPr/>
        </p:nvPicPr>
        <p:blipFill>
          <a:blip r:embed="rId2" cstate="print"/>
          <a:stretch>
            <a:fillRect/>
          </a:stretch>
        </p:blipFill>
        <p:spPr>
          <a:xfrm>
            <a:off x="1054097" y="5017765"/>
            <a:ext cx="2917894" cy="720073"/>
          </a:xfrm>
          <a:prstGeom prst="rect">
            <a:avLst/>
          </a:prstGeom>
        </p:spPr>
      </p:pic>
      <p:sp>
        <p:nvSpPr>
          <p:cNvPr id="2" name="Holder 2"/>
          <p:cNvSpPr>
            <a:spLocks noGrp="1"/>
          </p:cNvSpPr>
          <p:nvPr>
            <p:ph type="title"/>
          </p:nvPr>
        </p:nvSpPr>
        <p:spPr/>
        <p:txBody>
          <a:bodyPr lIns="0" tIns="0" rIns="0" bIns="0"/>
          <a:lstStyle>
            <a:lvl1pPr>
              <a:defRPr sz="3200" b="1" i="0">
                <a:solidFill>
                  <a:schemeClr val="tx1"/>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6/4/2026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6/4/2026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6/4/2026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270254" y="228598"/>
            <a:ext cx="8611870" cy="22860"/>
          </a:xfrm>
          <a:custGeom>
            <a:avLst/>
            <a:gdLst/>
            <a:ahLst/>
            <a:cxnLst/>
            <a:rect l="l" t="t" r="r" b="b"/>
            <a:pathLst>
              <a:path w="8611870" h="22860">
                <a:moveTo>
                  <a:pt x="8611602" y="22860"/>
                </a:moveTo>
                <a:lnTo>
                  <a:pt x="0" y="22860"/>
                </a:lnTo>
                <a:lnTo>
                  <a:pt x="5334" y="19049"/>
                </a:lnTo>
                <a:lnTo>
                  <a:pt x="12954" y="12699"/>
                </a:lnTo>
                <a:lnTo>
                  <a:pt x="15914" y="11429"/>
                </a:lnTo>
                <a:lnTo>
                  <a:pt x="18872" y="10159"/>
                </a:lnTo>
                <a:lnTo>
                  <a:pt x="30734" y="5079"/>
                </a:lnTo>
                <a:lnTo>
                  <a:pt x="39624" y="2551"/>
                </a:lnTo>
                <a:lnTo>
                  <a:pt x="49784" y="0"/>
                </a:lnTo>
                <a:lnTo>
                  <a:pt x="8561302" y="0"/>
                </a:lnTo>
                <a:lnTo>
                  <a:pt x="8581627" y="5079"/>
                </a:lnTo>
                <a:lnTo>
                  <a:pt x="8589252" y="8901"/>
                </a:lnTo>
                <a:lnTo>
                  <a:pt x="8592202" y="10159"/>
                </a:lnTo>
                <a:lnTo>
                  <a:pt x="8595152" y="11429"/>
                </a:lnTo>
                <a:lnTo>
                  <a:pt x="8598127" y="12699"/>
                </a:lnTo>
                <a:lnTo>
                  <a:pt x="8607027" y="19049"/>
                </a:lnTo>
                <a:lnTo>
                  <a:pt x="8611602" y="22860"/>
                </a:lnTo>
                <a:close/>
              </a:path>
            </a:pathLst>
          </a:custGeom>
          <a:solidFill>
            <a:srgbClr val="82D1FD"/>
          </a:solidFill>
        </p:spPr>
        <p:txBody>
          <a:bodyPr wrap="square" lIns="0" tIns="0" rIns="0" bIns="0" rtlCol="0"/>
          <a:lstStyle/>
          <a:p>
            <a:endParaRPr/>
          </a:p>
        </p:txBody>
      </p:sp>
      <p:sp>
        <p:nvSpPr>
          <p:cNvPr id="17" name="bg object 17"/>
          <p:cNvSpPr/>
          <p:nvPr/>
        </p:nvSpPr>
        <p:spPr>
          <a:xfrm>
            <a:off x="249224" y="250189"/>
            <a:ext cx="8653780" cy="22860"/>
          </a:xfrm>
          <a:custGeom>
            <a:avLst/>
            <a:gdLst/>
            <a:ahLst/>
            <a:cxnLst/>
            <a:rect l="l" t="t" r="r" b="b"/>
            <a:pathLst>
              <a:path w="8653780" h="22860">
                <a:moveTo>
                  <a:pt x="8653602" y="22860"/>
                </a:moveTo>
                <a:lnTo>
                  <a:pt x="8649652" y="16510"/>
                </a:lnTo>
                <a:lnTo>
                  <a:pt x="8644547" y="11430"/>
                </a:lnTo>
                <a:lnTo>
                  <a:pt x="8643302" y="10160"/>
                </a:lnTo>
                <a:lnTo>
                  <a:pt x="8631098" y="0"/>
                </a:lnTo>
                <a:lnTo>
                  <a:pt x="22796" y="0"/>
                </a:lnTo>
                <a:lnTo>
                  <a:pt x="17462" y="3810"/>
                </a:lnTo>
                <a:lnTo>
                  <a:pt x="9842" y="10160"/>
                </a:lnTo>
                <a:lnTo>
                  <a:pt x="8826" y="11430"/>
                </a:lnTo>
                <a:lnTo>
                  <a:pt x="4762" y="16510"/>
                </a:lnTo>
                <a:lnTo>
                  <a:pt x="0" y="22860"/>
                </a:lnTo>
                <a:lnTo>
                  <a:pt x="8653602" y="22860"/>
                </a:lnTo>
                <a:close/>
              </a:path>
            </a:pathLst>
          </a:custGeom>
          <a:solidFill>
            <a:srgbClr val="80D1FD"/>
          </a:solidFill>
        </p:spPr>
        <p:txBody>
          <a:bodyPr wrap="square" lIns="0" tIns="0" rIns="0" bIns="0" rtlCol="0"/>
          <a:lstStyle/>
          <a:p>
            <a:endParaRPr/>
          </a:p>
        </p:txBody>
      </p:sp>
      <p:sp>
        <p:nvSpPr>
          <p:cNvPr id="18" name="bg object 18"/>
          <p:cNvSpPr/>
          <p:nvPr/>
        </p:nvSpPr>
        <p:spPr>
          <a:xfrm>
            <a:off x="241299" y="271779"/>
            <a:ext cx="8670290" cy="12700"/>
          </a:xfrm>
          <a:custGeom>
            <a:avLst/>
            <a:gdLst/>
            <a:ahLst/>
            <a:cxnLst/>
            <a:rect l="l" t="t" r="r" b="b"/>
            <a:pathLst>
              <a:path w="8670290" h="12700">
                <a:moveTo>
                  <a:pt x="8670282" y="12699"/>
                </a:moveTo>
                <a:lnTo>
                  <a:pt x="0" y="12699"/>
                </a:lnTo>
                <a:lnTo>
                  <a:pt x="5078" y="5079"/>
                </a:lnTo>
                <a:lnTo>
                  <a:pt x="8889" y="0"/>
                </a:lnTo>
                <a:lnTo>
                  <a:pt x="8660757" y="0"/>
                </a:lnTo>
                <a:lnTo>
                  <a:pt x="8663932" y="5079"/>
                </a:lnTo>
                <a:lnTo>
                  <a:pt x="8670282" y="12699"/>
                </a:lnTo>
                <a:close/>
              </a:path>
            </a:pathLst>
          </a:custGeom>
          <a:solidFill>
            <a:srgbClr val="7ED1FD"/>
          </a:solidFill>
        </p:spPr>
        <p:txBody>
          <a:bodyPr wrap="square" lIns="0" tIns="0" rIns="0" bIns="0" rtlCol="0"/>
          <a:lstStyle/>
          <a:p>
            <a:endParaRPr/>
          </a:p>
        </p:txBody>
      </p:sp>
      <p:sp>
        <p:nvSpPr>
          <p:cNvPr id="19" name="bg object 19"/>
          <p:cNvSpPr/>
          <p:nvPr/>
        </p:nvSpPr>
        <p:spPr>
          <a:xfrm>
            <a:off x="235266" y="283209"/>
            <a:ext cx="8681085" cy="11430"/>
          </a:xfrm>
          <a:custGeom>
            <a:avLst/>
            <a:gdLst/>
            <a:ahLst/>
            <a:cxnLst/>
            <a:rect l="l" t="t" r="r" b="b"/>
            <a:pathLst>
              <a:path w="8681085" h="11429">
                <a:moveTo>
                  <a:pt x="8681065" y="11429"/>
                </a:moveTo>
                <a:lnTo>
                  <a:pt x="0" y="11429"/>
                </a:lnTo>
                <a:lnTo>
                  <a:pt x="951" y="8889"/>
                </a:lnTo>
                <a:lnTo>
                  <a:pt x="6878" y="0"/>
                </a:lnTo>
                <a:lnTo>
                  <a:pt x="8675240" y="0"/>
                </a:lnTo>
                <a:lnTo>
                  <a:pt x="8676315" y="1269"/>
                </a:lnTo>
                <a:lnTo>
                  <a:pt x="8680115" y="8889"/>
                </a:lnTo>
                <a:lnTo>
                  <a:pt x="8681065" y="11429"/>
                </a:lnTo>
                <a:close/>
              </a:path>
            </a:pathLst>
          </a:custGeom>
          <a:solidFill>
            <a:srgbClr val="7ECFFB"/>
          </a:solidFill>
        </p:spPr>
        <p:txBody>
          <a:bodyPr wrap="square" lIns="0" tIns="0" rIns="0" bIns="0" rtlCol="0"/>
          <a:lstStyle/>
          <a:p>
            <a:endParaRPr/>
          </a:p>
        </p:txBody>
      </p:sp>
      <p:sp>
        <p:nvSpPr>
          <p:cNvPr id="20" name="bg object 20"/>
          <p:cNvSpPr/>
          <p:nvPr/>
        </p:nvSpPr>
        <p:spPr>
          <a:xfrm>
            <a:off x="229069" y="294639"/>
            <a:ext cx="8694420" cy="22860"/>
          </a:xfrm>
          <a:custGeom>
            <a:avLst/>
            <a:gdLst/>
            <a:ahLst/>
            <a:cxnLst/>
            <a:rect l="l" t="t" r="r" b="b"/>
            <a:pathLst>
              <a:path w="8694420" h="22860">
                <a:moveTo>
                  <a:pt x="8694229" y="22860"/>
                </a:moveTo>
                <a:lnTo>
                  <a:pt x="8692655" y="16510"/>
                </a:lnTo>
                <a:lnTo>
                  <a:pt x="8691181" y="11430"/>
                </a:lnTo>
                <a:lnTo>
                  <a:pt x="8690826" y="10160"/>
                </a:lnTo>
                <a:lnTo>
                  <a:pt x="8690102" y="7620"/>
                </a:lnTo>
                <a:lnTo>
                  <a:pt x="8687257" y="0"/>
                </a:lnTo>
                <a:lnTo>
                  <a:pt x="6184" y="0"/>
                </a:lnTo>
                <a:lnTo>
                  <a:pt x="3327" y="7620"/>
                </a:lnTo>
                <a:lnTo>
                  <a:pt x="2603" y="10160"/>
                </a:lnTo>
                <a:lnTo>
                  <a:pt x="787" y="16510"/>
                </a:lnTo>
                <a:lnTo>
                  <a:pt x="0" y="22860"/>
                </a:lnTo>
                <a:lnTo>
                  <a:pt x="8694229" y="22860"/>
                </a:lnTo>
                <a:close/>
              </a:path>
            </a:pathLst>
          </a:custGeom>
          <a:solidFill>
            <a:srgbClr val="7CCFFB"/>
          </a:solidFill>
        </p:spPr>
        <p:txBody>
          <a:bodyPr wrap="square" lIns="0" tIns="0" rIns="0" bIns="0" rtlCol="0"/>
          <a:lstStyle/>
          <a:p>
            <a:endParaRPr/>
          </a:p>
        </p:txBody>
      </p:sp>
      <p:sp>
        <p:nvSpPr>
          <p:cNvPr id="21" name="bg object 21"/>
          <p:cNvSpPr/>
          <p:nvPr/>
        </p:nvSpPr>
        <p:spPr>
          <a:xfrm>
            <a:off x="228587" y="316242"/>
            <a:ext cx="8695690" cy="12700"/>
          </a:xfrm>
          <a:custGeom>
            <a:avLst/>
            <a:gdLst/>
            <a:ahLst/>
            <a:cxnLst/>
            <a:rect l="l" t="t" r="r" b="b"/>
            <a:pathLst>
              <a:path w="8695690" h="12700">
                <a:moveTo>
                  <a:pt x="8695690" y="5080"/>
                </a:moveTo>
                <a:lnTo>
                  <a:pt x="8695042" y="5080"/>
                </a:lnTo>
                <a:lnTo>
                  <a:pt x="8695042" y="0"/>
                </a:lnTo>
                <a:lnTo>
                  <a:pt x="317" y="0"/>
                </a:lnTo>
                <a:lnTo>
                  <a:pt x="317" y="5080"/>
                </a:lnTo>
                <a:lnTo>
                  <a:pt x="0" y="5080"/>
                </a:lnTo>
                <a:lnTo>
                  <a:pt x="0" y="12700"/>
                </a:lnTo>
                <a:lnTo>
                  <a:pt x="8695690" y="12700"/>
                </a:lnTo>
                <a:lnTo>
                  <a:pt x="8695690" y="5080"/>
                </a:lnTo>
                <a:close/>
              </a:path>
            </a:pathLst>
          </a:custGeom>
          <a:solidFill>
            <a:srgbClr val="7BCFFB"/>
          </a:solidFill>
        </p:spPr>
        <p:txBody>
          <a:bodyPr wrap="square" lIns="0" tIns="0" rIns="0" bIns="0" rtlCol="0"/>
          <a:lstStyle/>
          <a:p>
            <a:endParaRPr/>
          </a:p>
        </p:txBody>
      </p:sp>
      <p:sp>
        <p:nvSpPr>
          <p:cNvPr id="22" name="bg object 22"/>
          <p:cNvSpPr/>
          <p:nvPr/>
        </p:nvSpPr>
        <p:spPr>
          <a:xfrm>
            <a:off x="228587" y="327659"/>
            <a:ext cx="8695690" cy="22860"/>
          </a:xfrm>
          <a:custGeom>
            <a:avLst/>
            <a:gdLst/>
            <a:ahLst/>
            <a:cxnLst/>
            <a:rect l="l" t="t" r="r" b="b"/>
            <a:pathLst>
              <a:path w="8695690" h="22860">
                <a:moveTo>
                  <a:pt x="8695690" y="0"/>
                </a:moveTo>
                <a:lnTo>
                  <a:pt x="0" y="0"/>
                </a:lnTo>
                <a:lnTo>
                  <a:pt x="0" y="10160"/>
                </a:lnTo>
                <a:lnTo>
                  <a:pt x="0" y="11430"/>
                </a:lnTo>
                <a:lnTo>
                  <a:pt x="0" y="22860"/>
                </a:lnTo>
                <a:lnTo>
                  <a:pt x="8695690" y="22860"/>
                </a:lnTo>
                <a:lnTo>
                  <a:pt x="8695690" y="11430"/>
                </a:lnTo>
                <a:lnTo>
                  <a:pt x="8695690" y="10160"/>
                </a:lnTo>
                <a:lnTo>
                  <a:pt x="8695690" y="0"/>
                </a:lnTo>
                <a:close/>
              </a:path>
            </a:pathLst>
          </a:custGeom>
          <a:solidFill>
            <a:srgbClr val="79CDFB"/>
          </a:solidFill>
        </p:spPr>
        <p:txBody>
          <a:bodyPr wrap="square" lIns="0" tIns="0" rIns="0" bIns="0" rtlCol="0"/>
          <a:lstStyle/>
          <a:p>
            <a:endParaRPr/>
          </a:p>
        </p:txBody>
      </p:sp>
      <p:sp>
        <p:nvSpPr>
          <p:cNvPr id="23" name="bg object 23"/>
          <p:cNvSpPr/>
          <p:nvPr/>
        </p:nvSpPr>
        <p:spPr>
          <a:xfrm>
            <a:off x="228587" y="349249"/>
            <a:ext cx="8695690" cy="24130"/>
          </a:xfrm>
          <a:custGeom>
            <a:avLst/>
            <a:gdLst/>
            <a:ahLst/>
            <a:cxnLst/>
            <a:rect l="l" t="t" r="r" b="b"/>
            <a:pathLst>
              <a:path w="8695690" h="24129">
                <a:moveTo>
                  <a:pt x="8695690" y="0"/>
                </a:moveTo>
                <a:lnTo>
                  <a:pt x="0" y="0"/>
                </a:lnTo>
                <a:lnTo>
                  <a:pt x="0" y="11430"/>
                </a:lnTo>
                <a:lnTo>
                  <a:pt x="0" y="12700"/>
                </a:lnTo>
                <a:lnTo>
                  <a:pt x="0" y="24130"/>
                </a:lnTo>
                <a:lnTo>
                  <a:pt x="8695690" y="24130"/>
                </a:lnTo>
                <a:lnTo>
                  <a:pt x="8695690" y="12700"/>
                </a:lnTo>
                <a:lnTo>
                  <a:pt x="8695690" y="11430"/>
                </a:lnTo>
                <a:lnTo>
                  <a:pt x="8695690" y="0"/>
                </a:lnTo>
                <a:close/>
              </a:path>
            </a:pathLst>
          </a:custGeom>
          <a:solidFill>
            <a:srgbClr val="77CDFB"/>
          </a:solidFill>
        </p:spPr>
        <p:txBody>
          <a:bodyPr wrap="square" lIns="0" tIns="0" rIns="0" bIns="0" rtlCol="0"/>
          <a:lstStyle/>
          <a:p>
            <a:endParaRPr/>
          </a:p>
        </p:txBody>
      </p:sp>
      <p:sp>
        <p:nvSpPr>
          <p:cNvPr id="24" name="bg object 24"/>
          <p:cNvSpPr/>
          <p:nvPr/>
        </p:nvSpPr>
        <p:spPr>
          <a:xfrm>
            <a:off x="228587" y="372109"/>
            <a:ext cx="8695690" cy="22860"/>
          </a:xfrm>
          <a:custGeom>
            <a:avLst/>
            <a:gdLst/>
            <a:ahLst/>
            <a:cxnLst/>
            <a:rect l="l" t="t" r="r" b="b"/>
            <a:pathLst>
              <a:path w="8695690" h="22860">
                <a:moveTo>
                  <a:pt x="8695690" y="0"/>
                </a:moveTo>
                <a:lnTo>
                  <a:pt x="0" y="0"/>
                </a:lnTo>
                <a:lnTo>
                  <a:pt x="0" y="10160"/>
                </a:lnTo>
                <a:lnTo>
                  <a:pt x="0" y="11430"/>
                </a:lnTo>
                <a:lnTo>
                  <a:pt x="0" y="22860"/>
                </a:lnTo>
                <a:lnTo>
                  <a:pt x="8695690" y="22860"/>
                </a:lnTo>
                <a:lnTo>
                  <a:pt x="8695690" y="11430"/>
                </a:lnTo>
                <a:lnTo>
                  <a:pt x="8695690" y="10160"/>
                </a:lnTo>
                <a:lnTo>
                  <a:pt x="8695690" y="0"/>
                </a:lnTo>
                <a:close/>
              </a:path>
            </a:pathLst>
          </a:custGeom>
          <a:solidFill>
            <a:srgbClr val="75CCF9"/>
          </a:solidFill>
        </p:spPr>
        <p:txBody>
          <a:bodyPr wrap="square" lIns="0" tIns="0" rIns="0" bIns="0" rtlCol="0"/>
          <a:lstStyle/>
          <a:p>
            <a:endParaRPr/>
          </a:p>
        </p:txBody>
      </p:sp>
      <p:sp>
        <p:nvSpPr>
          <p:cNvPr id="25" name="bg object 25"/>
          <p:cNvSpPr/>
          <p:nvPr/>
        </p:nvSpPr>
        <p:spPr>
          <a:xfrm>
            <a:off x="228599" y="393699"/>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74CCF9"/>
          </a:solidFill>
        </p:spPr>
        <p:txBody>
          <a:bodyPr wrap="square" lIns="0" tIns="0" rIns="0" bIns="0" rtlCol="0"/>
          <a:lstStyle/>
          <a:p>
            <a:endParaRPr/>
          </a:p>
        </p:txBody>
      </p:sp>
      <p:sp>
        <p:nvSpPr>
          <p:cNvPr id="26" name="bg object 26"/>
          <p:cNvSpPr/>
          <p:nvPr/>
        </p:nvSpPr>
        <p:spPr>
          <a:xfrm>
            <a:off x="228599" y="405129"/>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72CCF9"/>
          </a:solidFill>
        </p:spPr>
        <p:txBody>
          <a:bodyPr wrap="square" lIns="0" tIns="0" rIns="0" bIns="0" rtlCol="0"/>
          <a:lstStyle/>
          <a:p>
            <a:endParaRPr/>
          </a:p>
        </p:txBody>
      </p:sp>
      <p:sp>
        <p:nvSpPr>
          <p:cNvPr id="27" name="bg object 27"/>
          <p:cNvSpPr/>
          <p:nvPr/>
        </p:nvSpPr>
        <p:spPr>
          <a:xfrm>
            <a:off x="228599" y="416559"/>
            <a:ext cx="8695690" cy="11430"/>
          </a:xfrm>
          <a:custGeom>
            <a:avLst/>
            <a:gdLst/>
            <a:ahLst/>
            <a:cxnLst/>
            <a:rect l="l" t="t" r="r" b="b"/>
            <a:pathLst>
              <a:path w="8695690" h="11429">
                <a:moveTo>
                  <a:pt x="8695682" y="11429"/>
                </a:moveTo>
                <a:lnTo>
                  <a:pt x="0" y="11429"/>
                </a:lnTo>
                <a:lnTo>
                  <a:pt x="0" y="0"/>
                </a:lnTo>
                <a:lnTo>
                  <a:pt x="8695682" y="0"/>
                </a:lnTo>
                <a:lnTo>
                  <a:pt x="8695682" y="11429"/>
                </a:lnTo>
                <a:close/>
              </a:path>
            </a:pathLst>
          </a:custGeom>
          <a:solidFill>
            <a:srgbClr val="72CAF9"/>
          </a:solidFill>
        </p:spPr>
        <p:txBody>
          <a:bodyPr wrap="square" lIns="0" tIns="0" rIns="0" bIns="0" rtlCol="0"/>
          <a:lstStyle/>
          <a:p>
            <a:endParaRPr/>
          </a:p>
        </p:txBody>
      </p:sp>
      <p:sp>
        <p:nvSpPr>
          <p:cNvPr id="28" name="bg object 28"/>
          <p:cNvSpPr/>
          <p:nvPr/>
        </p:nvSpPr>
        <p:spPr>
          <a:xfrm>
            <a:off x="228599" y="426719"/>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70CAF9"/>
          </a:solidFill>
        </p:spPr>
        <p:txBody>
          <a:bodyPr wrap="square" lIns="0" tIns="0" rIns="0" bIns="0" rtlCol="0"/>
          <a:lstStyle/>
          <a:p>
            <a:endParaRPr/>
          </a:p>
        </p:txBody>
      </p:sp>
      <p:sp>
        <p:nvSpPr>
          <p:cNvPr id="29" name="bg object 29"/>
          <p:cNvSpPr/>
          <p:nvPr/>
        </p:nvSpPr>
        <p:spPr>
          <a:xfrm>
            <a:off x="228599" y="438149"/>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70C8F9"/>
          </a:solidFill>
        </p:spPr>
        <p:txBody>
          <a:bodyPr wrap="square" lIns="0" tIns="0" rIns="0" bIns="0" rtlCol="0"/>
          <a:lstStyle/>
          <a:p>
            <a:endParaRPr/>
          </a:p>
        </p:txBody>
      </p:sp>
      <p:sp>
        <p:nvSpPr>
          <p:cNvPr id="30" name="bg object 30"/>
          <p:cNvSpPr/>
          <p:nvPr/>
        </p:nvSpPr>
        <p:spPr>
          <a:xfrm>
            <a:off x="228587" y="449579"/>
            <a:ext cx="8695690" cy="22860"/>
          </a:xfrm>
          <a:custGeom>
            <a:avLst/>
            <a:gdLst/>
            <a:ahLst/>
            <a:cxnLst/>
            <a:rect l="l" t="t" r="r" b="b"/>
            <a:pathLst>
              <a:path w="8695690" h="22859">
                <a:moveTo>
                  <a:pt x="8695690" y="0"/>
                </a:moveTo>
                <a:lnTo>
                  <a:pt x="0" y="0"/>
                </a:lnTo>
                <a:lnTo>
                  <a:pt x="0" y="11430"/>
                </a:lnTo>
                <a:lnTo>
                  <a:pt x="0" y="22860"/>
                </a:lnTo>
                <a:lnTo>
                  <a:pt x="8695690" y="22860"/>
                </a:lnTo>
                <a:lnTo>
                  <a:pt x="8695690" y="11430"/>
                </a:lnTo>
                <a:lnTo>
                  <a:pt x="8695690" y="0"/>
                </a:lnTo>
                <a:close/>
              </a:path>
            </a:pathLst>
          </a:custGeom>
          <a:solidFill>
            <a:srgbClr val="6EC8F9"/>
          </a:solidFill>
        </p:spPr>
        <p:txBody>
          <a:bodyPr wrap="square" lIns="0" tIns="0" rIns="0" bIns="0" rtlCol="0"/>
          <a:lstStyle/>
          <a:p>
            <a:endParaRPr/>
          </a:p>
        </p:txBody>
      </p:sp>
      <p:sp>
        <p:nvSpPr>
          <p:cNvPr id="31" name="bg object 31"/>
          <p:cNvSpPr/>
          <p:nvPr/>
        </p:nvSpPr>
        <p:spPr>
          <a:xfrm>
            <a:off x="228599" y="471169"/>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6DC8F7"/>
          </a:solidFill>
        </p:spPr>
        <p:txBody>
          <a:bodyPr wrap="square" lIns="0" tIns="0" rIns="0" bIns="0" rtlCol="0"/>
          <a:lstStyle/>
          <a:p>
            <a:endParaRPr/>
          </a:p>
        </p:txBody>
      </p:sp>
      <p:sp>
        <p:nvSpPr>
          <p:cNvPr id="32" name="bg object 32"/>
          <p:cNvSpPr/>
          <p:nvPr/>
        </p:nvSpPr>
        <p:spPr>
          <a:xfrm>
            <a:off x="228587" y="482599"/>
            <a:ext cx="8695690" cy="22860"/>
          </a:xfrm>
          <a:custGeom>
            <a:avLst/>
            <a:gdLst/>
            <a:ahLst/>
            <a:cxnLst/>
            <a:rect l="l" t="t" r="r" b="b"/>
            <a:pathLst>
              <a:path w="8695690" h="22859">
                <a:moveTo>
                  <a:pt x="8695690" y="0"/>
                </a:moveTo>
                <a:lnTo>
                  <a:pt x="0" y="0"/>
                </a:lnTo>
                <a:lnTo>
                  <a:pt x="0" y="11430"/>
                </a:lnTo>
                <a:lnTo>
                  <a:pt x="0" y="22860"/>
                </a:lnTo>
                <a:lnTo>
                  <a:pt x="8695690" y="22860"/>
                </a:lnTo>
                <a:lnTo>
                  <a:pt x="8695690" y="11430"/>
                </a:lnTo>
                <a:lnTo>
                  <a:pt x="8695690" y="0"/>
                </a:lnTo>
                <a:close/>
              </a:path>
            </a:pathLst>
          </a:custGeom>
          <a:solidFill>
            <a:srgbClr val="6BC6F7"/>
          </a:solidFill>
        </p:spPr>
        <p:txBody>
          <a:bodyPr wrap="square" lIns="0" tIns="0" rIns="0" bIns="0" rtlCol="0"/>
          <a:lstStyle/>
          <a:p>
            <a:endParaRPr/>
          </a:p>
        </p:txBody>
      </p:sp>
      <p:sp>
        <p:nvSpPr>
          <p:cNvPr id="33" name="bg object 33"/>
          <p:cNvSpPr/>
          <p:nvPr/>
        </p:nvSpPr>
        <p:spPr>
          <a:xfrm>
            <a:off x="228599" y="504188"/>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69C6F7"/>
          </a:solidFill>
        </p:spPr>
        <p:txBody>
          <a:bodyPr wrap="square" lIns="0" tIns="0" rIns="0" bIns="0" rtlCol="0"/>
          <a:lstStyle/>
          <a:p>
            <a:endParaRPr/>
          </a:p>
        </p:txBody>
      </p:sp>
      <p:sp>
        <p:nvSpPr>
          <p:cNvPr id="34" name="bg object 34"/>
          <p:cNvSpPr/>
          <p:nvPr/>
        </p:nvSpPr>
        <p:spPr>
          <a:xfrm>
            <a:off x="228599" y="515618"/>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69C6F6"/>
          </a:solidFill>
        </p:spPr>
        <p:txBody>
          <a:bodyPr wrap="square" lIns="0" tIns="0" rIns="0" bIns="0" rtlCol="0"/>
          <a:lstStyle/>
          <a:p>
            <a:endParaRPr/>
          </a:p>
        </p:txBody>
      </p:sp>
      <p:sp>
        <p:nvSpPr>
          <p:cNvPr id="35" name="bg object 35"/>
          <p:cNvSpPr/>
          <p:nvPr/>
        </p:nvSpPr>
        <p:spPr>
          <a:xfrm>
            <a:off x="228587" y="527049"/>
            <a:ext cx="8695690" cy="22860"/>
          </a:xfrm>
          <a:custGeom>
            <a:avLst/>
            <a:gdLst/>
            <a:ahLst/>
            <a:cxnLst/>
            <a:rect l="l" t="t" r="r" b="b"/>
            <a:pathLst>
              <a:path w="8695690" h="22859">
                <a:moveTo>
                  <a:pt x="8695690" y="0"/>
                </a:moveTo>
                <a:lnTo>
                  <a:pt x="0" y="0"/>
                </a:lnTo>
                <a:lnTo>
                  <a:pt x="0" y="10160"/>
                </a:lnTo>
                <a:lnTo>
                  <a:pt x="0" y="11430"/>
                </a:lnTo>
                <a:lnTo>
                  <a:pt x="0" y="22860"/>
                </a:lnTo>
                <a:lnTo>
                  <a:pt x="8695690" y="22860"/>
                </a:lnTo>
                <a:lnTo>
                  <a:pt x="8695690" y="11430"/>
                </a:lnTo>
                <a:lnTo>
                  <a:pt x="8695690" y="10160"/>
                </a:lnTo>
                <a:lnTo>
                  <a:pt x="8695690" y="0"/>
                </a:lnTo>
                <a:close/>
              </a:path>
            </a:pathLst>
          </a:custGeom>
          <a:solidFill>
            <a:srgbClr val="67C4F6"/>
          </a:solidFill>
        </p:spPr>
        <p:txBody>
          <a:bodyPr wrap="square" lIns="0" tIns="0" rIns="0" bIns="0" rtlCol="0"/>
          <a:lstStyle/>
          <a:p>
            <a:endParaRPr/>
          </a:p>
        </p:txBody>
      </p:sp>
      <p:sp>
        <p:nvSpPr>
          <p:cNvPr id="36" name="bg object 36"/>
          <p:cNvSpPr/>
          <p:nvPr/>
        </p:nvSpPr>
        <p:spPr>
          <a:xfrm>
            <a:off x="228599" y="548638"/>
            <a:ext cx="8695690" cy="24130"/>
          </a:xfrm>
          <a:custGeom>
            <a:avLst/>
            <a:gdLst/>
            <a:ahLst/>
            <a:cxnLst/>
            <a:rect l="l" t="t" r="r" b="b"/>
            <a:pathLst>
              <a:path w="8695690" h="24129">
                <a:moveTo>
                  <a:pt x="8695682" y="24129"/>
                </a:moveTo>
                <a:lnTo>
                  <a:pt x="0" y="24129"/>
                </a:lnTo>
                <a:lnTo>
                  <a:pt x="0" y="0"/>
                </a:lnTo>
                <a:lnTo>
                  <a:pt x="8695682" y="0"/>
                </a:lnTo>
                <a:lnTo>
                  <a:pt x="8695682" y="24129"/>
                </a:lnTo>
                <a:close/>
              </a:path>
            </a:pathLst>
          </a:custGeom>
          <a:solidFill>
            <a:srgbClr val="66C3F6"/>
          </a:solidFill>
        </p:spPr>
        <p:txBody>
          <a:bodyPr wrap="square" lIns="0" tIns="0" rIns="0" bIns="0" rtlCol="0"/>
          <a:lstStyle/>
          <a:p>
            <a:endParaRPr/>
          </a:p>
        </p:txBody>
      </p:sp>
      <p:sp>
        <p:nvSpPr>
          <p:cNvPr id="37" name="bg object 37"/>
          <p:cNvSpPr/>
          <p:nvPr/>
        </p:nvSpPr>
        <p:spPr>
          <a:xfrm>
            <a:off x="228599" y="571498"/>
            <a:ext cx="8695690" cy="11430"/>
          </a:xfrm>
          <a:custGeom>
            <a:avLst/>
            <a:gdLst/>
            <a:ahLst/>
            <a:cxnLst/>
            <a:rect l="l" t="t" r="r" b="b"/>
            <a:pathLst>
              <a:path w="8695690" h="11429">
                <a:moveTo>
                  <a:pt x="8695682" y="11429"/>
                </a:moveTo>
                <a:lnTo>
                  <a:pt x="0" y="11429"/>
                </a:lnTo>
                <a:lnTo>
                  <a:pt x="0" y="0"/>
                </a:lnTo>
                <a:lnTo>
                  <a:pt x="8695682" y="0"/>
                </a:lnTo>
                <a:lnTo>
                  <a:pt x="8695682" y="11429"/>
                </a:lnTo>
                <a:close/>
              </a:path>
            </a:pathLst>
          </a:custGeom>
          <a:solidFill>
            <a:srgbClr val="64C3F6"/>
          </a:solidFill>
        </p:spPr>
        <p:txBody>
          <a:bodyPr wrap="square" lIns="0" tIns="0" rIns="0" bIns="0" rtlCol="0"/>
          <a:lstStyle/>
          <a:p>
            <a:endParaRPr/>
          </a:p>
        </p:txBody>
      </p:sp>
      <p:sp>
        <p:nvSpPr>
          <p:cNvPr id="38" name="bg object 38"/>
          <p:cNvSpPr/>
          <p:nvPr/>
        </p:nvSpPr>
        <p:spPr>
          <a:xfrm>
            <a:off x="228599" y="581658"/>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62C3F6"/>
          </a:solidFill>
        </p:spPr>
        <p:txBody>
          <a:bodyPr wrap="square" lIns="0" tIns="0" rIns="0" bIns="0" rtlCol="0"/>
          <a:lstStyle/>
          <a:p>
            <a:endParaRPr/>
          </a:p>
        </p:txBody>
      </p:sp>
      <p:sp>
        <p:nvSpPr>
          <p:cNvPr id="39" name="bg object 39"/>
          <p:cNvSpPr/>
          <p:nvPr/>
        </p:nvSpPr>
        <p:spPr>
          <a:xfrm>
            <a:off x="228599" y="593088"/>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62C1F6"/>
          </a:solidFill>
        </p:spPr>
        <p:txBody>
          <a:bodyPr wrap="square" lIns="0" tIns="0" rIns="0" bIns="0" rtlCol="0"/>
          <a:lstStyle/>
          <a:p>
            <a:endParaRPr/>
          </a:p>
        </p:txBody>
      </p:sp>
      <p:sp>
        <p:nvSpPr>
          <p:cNvPr id="40" name="bg object 40"/>
          <p:cNvSpPr/>
          <p:nvPr/>
        </p:nvSpPr>
        <p:spPr>
          <a:xfrm>
            <a:off x="228599" y="604518"/>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60C1F6"/>
          </a:solidFill>
        </p:spPr>
        <p:txBody>
          <a:bodyPr wrap="square" lIns="0" tIns="0" rIns="0" bIns="0" rtlCol="0"/>
          <a:lstStyle/>
          <a:p>
            <a:endParaRPr/>
          </a:p>
        </p:txBody>
      </p:sp>
      <p:sp>
        <p:nvSpPr>
          <p:cNvPr id="41" name="bg object 41"/>
          <p:cNvSpPr/>
          <p:nvPr/>
        </p:nvSpPr>
        <p:spPr>
          <a:xfrm>
            <a:off x="228599" y="615948"/>
            <a:ext cx="8695690" cy="11430"/>
          </a:xfrm>
          <a:custGeom>
            <a:avLst/>
            <a:gdLst/>
            <a:ahLst/>
            <a:cxnLst/>
            <a:rect l="l" t="t" r="r" b="b"/>
            <a:pathLst>
              <a:path w="8695690" h="11429">
                <a:moveTo>
                  <a:pt x="8695682" y="11429"/>
                </a:moveTo>
                <a:lnTo>
                  <a:pt x="0" y="11429"/>
                </a:lnTo>
                <a:lnTo>
                  <a:pt x="0" y="0"/>
                </a:lnTo>
                <a:lnTo>
                  <a:pt x="8695682" y="0"/>
                </a:lnTo>
                <a:lnTo>
                  <a:pt x="8695682" y="11429"/>
                </a:lnTo>
                <a:close/>
              </a:path>
            </a:pathLst>
          </a:custGeom>
          <a:solidFill>
            <a:srgbClr val="60C1F4"/>
          </a:solidFill>
        </p:spPr>
        <p:txBody>
          <a:bodyPr wrap="square" lIns="0" tIns="0" rIns="0" bIns="0" rtlCol="0"/>
          <a:lstStyle/>
          <a:p>
            <a:endParaRPr/>
          </a:p>
        </p:txBody>
      </p:sp>
      <p:sp>
        <p:nvSpPr>
          <p:cNvPr id="42" name="bg object 42"/>
          <p:cNvSpPr/>
          <p:nvPr/>
        </p:nvSpPr>
        <p:spPr>
          <a:xfrm>
            <a:off x="228599" y="626108"/>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5EC1F4"/>
          </a:solidFill>
        </p:spPr>
        <p:txBody>
          <a:bodyPr wrap="square" lIns="0" tIns="0" rIns="0" bIns="0" rtlCol="0"/>
          <a:lstStyle/>
          <a:p>
            <a:endParaRPr/>
          </a:p>
        </p:txBody>
      </p:sp>
      <p:sp>
        <p:nvSpPr>
          <p:cNvPr id="43" name="bg object 43"/>
          <p:cNvSpPr/>
          <p:nvPr/>
        </p:nvSpPr>
        <p:spPr>
          <a:xfrm>
            <a:off x="228587" y="637539"/>
            <a:ext cx="8695690" cy="22860"/>
          </a:xfrm>
          <a:custGeom>
            <a:avLst/>
            <a:gdLst/>
            <a:ahLst/>
            <a:cxnLst/>
            <a:rect l="l" t="t" r="r" b="b"/>
            <a:pathLst>
              <a:path w="8695690" h="22859">
                <a:moveTo>
                  <a:pt x="8695690" y="0"/>
                </a:moveTo>
                <a:lnTo>
                  <a:pt x="0" y="0"/>
                </a:lnTo>
                <a:lnTo>
                  <a:pt x="0" y="11430"/>
                </a:lnTo>
                <a:lnTo>
                  <a:pt x="0" y="12700"/>
                </a:lnTo>
                <a:lnTo>
                  <a:pt x="0" y="22860"/>
                </a:lnTo>
                <a:lnTo>
                  <a:pt x="8695690" y="22860"/>
                </a:lnTo>
                <a:lnTo>
                  <a:pt x="8695690" y="12700"/>
                </a:lnTo>
                <a:lnTo>
                  <a:pt x="8695690" y="11430"/>
                </a:lnTo>
                <a:lnTo>
                  <a:pt x="8695690" y="0"/>
                </a:lnTo>
                <a:close/>
              </a:path>
            </a:pathLst>
          </a:custGeom>
          <a:solidFill>
            <a:srgbClr val="5DBFF4"/>
          </a:solidFill>
        </p:spPr>
        <p:txBody>
          <a:bodyPr wrap="square" lIns="0" tIns="0" rIns="0" bIns="0" rtlCol="0"/>
          <a:lstStyle/>
          <a:p>
            <a:endParaRPr/>
          </a:p>
        </p:txBody>
      </p:sp>
      <p:sp>
        <p:nvSpPr>
          <p:cNvPr id="44" name="bg object 44"/>
          <p:cNvSpPr/>
          <p:nvPr/>
        </p:nvSpPr>
        <p:spPr>
          <a:xfrm>
            <a:off x="228587" y="660399"/>
            <a:ext cx="8695690" cy="22860"/>
          </a:xfrm>
          <a:custGeom>
            <a:avLst/>
            <a:gdLst/>
            <a:ahLst/>
            <a:cxnLst/>
            <a:rect l="l" t="t" r="r" b="b"/>
            <a:pathLst>
              <a:path w="8695690" h="22859">
                <a:moveTo>
                  <a:pt x="8695690" y="0"/>
                </a:moveTo>
                <a:lnTo>
                  <a:pt x="0" y="0"/>
                </a:lnTo>
                <a:lnTo>
                  <a:pt x="0" y="10160"/>
                </a:lnTo>
                <a:lnTo>
                  <a:pt x="0" y="11430"/>
                </a:lnTo>
                <a:lnTo>
                  <a:pt x="0" y="22860"/>
                </a:lnTo>
                <a:lnTo>
                  <a:pt x="8695690" y="22860"/>
                </a:lnTo>
                <a:lnTo>
                  <a:pt x="8695690" y="11430"/>
                </a:lnTo>
                <a:lnTo>
                  <a:pt x="8695690" y="10160"/>
                </a:lnTo>
                <a:lnTo>
                  <a:pt x="8695690" y="0"/>
                </a:lnTo>
                <a:close/>
              </a:path>
            </a:pathLst>
          </a:custGeom>
          <a:solidFill>
            <a:srgbClr val="5BBFF4"/>
          </a:solidFill>
        </p:spPr>
        <p:txBody>
          <a:bodyPr wrap="square" lIns="0" tIns="0" rIns="0" bIns="0" rtlCol="0"/>
          <a:lstStyle/>
          <a:p>
            <a:endParaRPr/>
          </a:p>
        </p:txBody>
      </p:sp>
      <p:sp>
        <p:nvSpPr>
          <p:cNvPr id="45" name="bg object 45"/>
          <p:cNvSpPr/>
          <p:nvPr/>
        </p:nvSpPr>
        <p:spPr>
          <a:xfrm>
            <a:off x="228587" y="681989"/>
            <a:ext cx="8695690" cy="22860"/>
          </a:xfrm>
          <a:custGeom>
            <a:avLst/>
            <a:gdLst/>
            <a:ahLst/>
            <a:cxnLst/>
            <a:rect l="l" t="t" r="r" b="b"/>
            <a:pathLst>
              <a:path w="8695690" h="22859">
                <a:moveTo>
                  <a:pt x="8695690" y="0"/>
                </a:moveTo>
                <a:lnTo>
                  <a:pt x="0" y="0"/>
                </a:lnTo>
                <a:lnTo>
                  <a:pt x="0" y="11430"/>
                </a:lnTo>
                <a:lnTo>
                  <a:pt x="0" y="12700"/>
                </a:lnTo>
                <a:lnTo>
                  <a:pt x="0" y="22860"/>
                </a:lnTo>
                <a:lnTo>
                  <a:pt x="8695690" y="22860"/>
                </a:lnTo>
                <a:lnTo>
                  <a:pt x="8695690" y="12700"/>
                </a:lnTo>
                <a:lnTo>
                  <a:pt x="8695690" y="11430"/>
                </a:lnTo>
                <a:lnTo>
                  <a:pt x="8695690" y="0"/>
                </a:lnTo>
                <a:close/>
              </a:path>
            </a:pathLst>
          </a:custGeom>
          <a:solidFill>
            <a:srgbClr val="59BDF4"/>
          </a:solidFill>
        </p:spPr>
        <p:txBody>
          <a:bodyPr wrap="square" lIns="0" tIns="0" rIns="0" bIns="0" rtlCol="0"/>
          <a:lstStyle/>
          <a:p>
            <a:endParaRPr/>
          </a:p>
        </p:txBody>
      </p:sp>
      <p:sp>
        <p:nvSpPr>
          <p:cNvPr id="46" name="bg object 46"/>
          <p:cNvSpPr/>
          <p:nvPr/>
        </p:nvSpPr>
        <p:spPr>
          <a:xfrm>
            <a:off x="228599" y="703578"/>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57BCF4"/>
          </a:solidFill>
        </p:spPr>
        <p:txBody>
          <a:bodyPr wrap="square" lIns="0" tIns="0" rIns="0" bIns="0" rtlCol="0"/>
          <a:lstStyle/>
          <a:p>
            <a:endParaRPr/>
          </a:p>
        </p:txBody>
      </p:sp>
      <p:sp>
        <p:nvSpPr>
          <p:cNvPr id="47" name="bg object 47"/>
          <p:cNvSpPr/>
          <p:nvPr/>
        </p:nvSpPr>
        <p:spPr>
          <a:xfrm>
            <a:off x="228587" y="715009"/>
            <a:ext cx="8695690" cy="22860"/>
          </a:xfrm>
          <a:custGeom>
            <a:avLst/>
            <a:gdLst/>
            <a:ahLst/>
            <a:cxnLst/>
            <a:rect l="l" t="t" r="r" b="b"/>
            <a:pathLst>
              <a:path w="8695690" h="22859">
                <a:moveTo>
                  <a:pt x="8695690" y="0"/>
                </a:moveTo>
                <a:lnTo>
                  <a:pt x="0" y="0"/>
                </a:lnTo>
                <a:lnTo>
                  <a:pt x="0" y="11430"/>
                </a:lnTo>
                <a:lnTo>
                  <a:pt x="0" y="12700"/>
                </a:lnTo>
                <a:lnTo>
                  <a:pt x="0" y="22860"/>
                </a:lnTo>
                <a:lnTo>
                  <a:pt x="8695690" y="22860"/>
                </a:lnTo>
                <a:lnTo>
                  <a:pt x="8695690" y="12700"/>
                </a:lnTo>
                <a:lnTo>
                  <a:pt x="8695690" y="11430"/>
                </a:lnTo>
                <a:lnTo>
                  <a:pt x="8695690" y="0"/>
                </a:lnTo>
                <a:close/>
              </a:path>
            </a:pathLst>
          </a:custGeom>
          <a:solidFill>
            <a:srgbClr val="56BCF2"/>
          </a:solidFill>
        </p:spPr>
        <p:txBody>
          <a:bodyPr wrap="square" lIns="0" tIns="0" rIns="0" bIns="0" rtlCol="0"/>
          <a:lstStyle/>
          <a:p>
            <a:endParaRPr/>
          </a:p>
        </p:txBody>
      </p:sp>
      <p:sp>
        <p:nvSpPr>
          <p:cNvPr id="48" name="bg object 48"/>
          <p:cNvSpPr/>
          <p:nvPr/>
        </p:nvSpPr>
        <p:spPr>
          <a:xfrm>
            <a:off x="228599" y="737868"/>
            <a:ext cx="8695690" cy="11430"/>
          </a:xfrm>
          <a:custGeom>
            <a:avLst/>
            <a:gdLst/>
            <a:ahLst/>
            <a:cxnLst/>
            <a:rect l="l" t="t" r="r" b="b"/>
            <a:pathLst>
              <a:path w="8695690" h="11429">
                <a:moveTo>
                  <a:pt x="8695682" y="11429"/>
                </a:moveTo>
                <a:lnTo>
                  <a:pt x="0" y="11429"/>
                </a:lnTo>
                <a:lnTo>
                  <a:pt x="0" y="0"/>
                </a:lnTo>
                <a:lnTo>
                  <a:pt x="8695682" y="0"/>
                </a:lnTo>
                <a:lnTo>
                  <a:pt x="8695682" y="11429"/>
                </a:lnTo>
                <a:close/>
              </a:path>
            </a:pathLst>
          </a:custGeom>
          <a:solidFill>
            <a:srgbClr val="54BCF2"/>
          </a:solidFill>
        </p:spPr>
        <p:txBody>
          <a:bodyPr wrap="square" lIns="0" tIns="0" rIns="0" bIns="0" rtlCol="0"/>
          <a:lstStyle/>
          <a:p>
            <a:endParaRPr/>
          </a:p>
        </p:txBody>
      </p:sp>
      <p:sp>
        <p:nvSpPr>
          <p:cNvPr id="49" name="bg object 49"/>
          <p:cNvSpPr/>
          <p:nvPr/>
        </p:nvSpPr>
        <p:spPr>
          <a:xfrm>
            <a:off x="228599" y="748028"/>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54BAF2"/>
          </a:solidFill>
        </p:spPr>
        <p:txBody>
          <a:bodyPr wrap="square" lIns="0" tIns="0" rIns="0" bIns="0" rtlCol="0"/>
          <a:lstStyle/>
          <a:p>
            <a:endParaRPr/>
          </a:p>
        </p:txBody>
      </p:sp>
      <p:sp>
        <p:nvSpPr>
          <p:cNvPr id="50" name="bg object 50"/>
          <p:cNvSpPr/>
          <p:nvPr/>
        </p:nvSpPr>
        <p:spPr>
          <a:xfrm>
            <a:off x="228587" y="759459"/>
            <a:ext cx="8695690" cy="22860"/>
          </a:xfrm>
          <a:custGeom>
            <a:avLst/>
            <a:gdLst/>
            <a:ahLst/>
            <a:cxnLst/>
            <a:rect l="l" t="t" r="r" b="b"/>
            <a:pathLst>
              <a:path w="8695690" h="22859">
                <a:moveTo>
                  <a:pt x="8695690" y="0"/>
                </a:moveTo>
                <a:lnTo>
                  <a:pt x="0" y="0"/>
                </a:lnTo>
                <a:lnTo>
                  <a:pt x="0" y="11430"/>
                </a:lnTo>
                <a:lnTo>
                  <a:pt x="0" y="22860"/>
                </a:lnTo>
                <a:lnTo>
                  <a:pt x="8695690" y="22860"/>
                </a:lnTo>
                <a:lnTo>
                  <a:pt x="8695690" y="11430"/>
                </a:lnTo>
                <a:lnTo>
                  <a:pt x="8695690" y="0"/>
                </a:lnTo>
                <a:close/>
              </a:path>
            </a:pathLst>
          </a:custGeom>
          <a:solidFill>
            <a:srgbClr val="52BAF2"/>
          </a:solidFill>
        </p:spPr>
        <p:txBody>
          <a:bodyPr wrap="square" lIns="0" tIns="0" rIns="0" bIns="0" rtlCol="0"/>
          <a:lstStyle/>
          <a:p>
            <a:endParaRPr/>
          </a:p>
        </p:txBody>
      </p:sp>
      <p:sp>
        <p:nvSpPr>
          <p:cNvPr id="51" name="bg object 51"/>
          <p:cNvSpPr/>
          <p:nvPr/>
        </p:nvSpPr>
        <p:spPr>
          <a:xfrm>
            <a:off x="228599" y="781048"/>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50BAF2"/>
          </a:solidFill>
        </p:spPr>
        <p:txBody>
          <a:bodyPr wrap="square" lIns="0" tIns="0" rIns="0" bIns="0" rtlCol="0"/>
          <a:lstStyle/>
          <a:p>
            <a:endParaRPr/>
          </a:p>
        </p:txBody>
      </p:sp>
      <p:sp>
        <p:nvSpPr>
          <p:cNvPr id="52" name="bg object 52"/>
          <p:cNvSpPr/>
          <p:nvPr/>
        </p:nvSpPr>
        <p:spPr>
          <a:xfrm>
            <a:off x="228599" y="792478"/>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4FB8F2"/>
          </a:solidFill>
        </p:spPr>
        <p:txBody>
          <a:bodyPr wrap="square" lIns="0" tIns="0" rIns="0" bIns="0" rtlCol="0"/>
          <a:lstStyle/>
          <a:p>
            <a:endParaRPr/>
          </a:p>
        </p:txBody>
      </p:sp>
      <p:sp>
        <p:nvSpPr>
          <p:cNvPr id="53" name="bg object 53"/>
          <p:cNvSpPr/>
          <p:nvPr/>
        </p:nvSpPr>
        <p:spPr>
          <a:xfrm>
            <a:off x="228599" y="803908"/>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4FB8F0"/>
          </a:solidFill>
        </p:spPr>
        <p:txBody>
          <a:bodyPr wrap="square" lIns="0" tIns="0" rIns="0" bIns="0" rtlCol="0"/>
          <a:lstStyle/>
          <a:p>
            <a:endParaRPr/>
          </a:p>
        </p:txBody>
      </p:sp>
      <p:sp>
        <p:nvSpPr>
          <p:cNvPr id="54" name="bg object 54"/>
          <p:cNvSpPr/>
          <p:nvPr/>
        </p:nvSpPr>
        <p:spPr>
          <a:xfrm>
            <a:off x="228587" y="815339"/>
            <a:ext cx="8695690" cy="22860"/>
          </a:xfrm>
          <a:custGeom>
            <a:avLst/>
            <a:gdLst/>
            <a:ahLst/>
            <a:cxnLst/>
            <a:rect l="l" t="t" r="r" b="b"/>
            <a:pathLst>
              <a:path w="8695690" h="22859">
                <a:moveTo>
                  <a:pt x="8695690" y="0"/>
                </a:moveTo>
                <a:lnTo>
                  <a:pt x="0" y="0"/>
                </a:lnTo>
                <a:lnTo>
                  <a:pt x="0" y="10160"/>
                </a:lnTo>
                <a:lnTo>
                  <a:pt x="0" y="11430"/>
                </a:lnTo>
                <a:lnTo>
                  <a:pt x="0" y="22860"/>
                </a:lnTo>
                <a:lnTo>
                  <a:pt x="8695690" y="22860"/>
                </a:lnTo>
                <a:lnTo>
                  <a:pt x="8695690" y="11430"/>
                </a:lnTo>
                <a:lnTo>
                  <a:pt x="8695690" y="10160"/>
                </a:lnTo>
                <a:lnTo>
                  <a:pt x="8695690" y="0"/>
                </a:lnTo>
                <a:close/>
              </a:path>
            </a:pathLst>
          </a:custGeom>
          <a:solidFill>
            <a:srgbClr val="4DB8F0"/>
          </a:solidFill>
        </p:spPr>
        <p:txBody>
          <a:bodyPr wrap="square" lIns="0" tIns="0" rIns="0" bIns="0" rtlCol="0"/>
          <a:lstStyle/>
          <a:p>
            <a:endParaRPr/>
          </a:p>
        </p:txBody>
      </p:sp>
      <p:sp>
        <p:nvSpPr>
          <p:cNvPr id="55" name="bg object 55"/>
          <p:cNvSpPr/>
          <p:nvPr/>
        </p:nvSpPr>
        <p:spPr>
          <a:xfrm>
            <a:off x="228587" y="836929"/>
            <a:ext cx="8695690" cy="22860"/>
          </a:xfrm>
          <a:custGeom>
            <a:avLst/>
            <a:gdLst/>
            <a:ahLst/>
            <a:cxnLst/>
            <a:rect l="l" t="t" r="r" b="b"/>
            <a:pathLst>
              <a:path w="8695690" h="22859">
                <a:moveTo>
                  <a:pt x="8695690" y="0"/>
                </a:moveTo>
                <a:lnTo>
                  <a:pt x="0" y="0"/>
                </a:lnTo>
                <a:lnTo>
                  <a:pt x="0" y="11430"/>
                </a:lnTo>
                <a:lnTo>
                  <a:pt x="0" y="12700"/>
                </a:lnTo>
                <a:lnTo>
                  <a:pt x="0" y="22860"/>
                </a:lnTo>
                <a:lnTo>
                  <a:pt x="8695690" y="22860"/>
                </a:lnTo>
                <a:lnTo>
                  <a:pt x="8695690" y="12700"/>
                </a:lnTo>
                <a:lnTo>
                  <a:pt x="8695690" y="11430"/>
                </a:lnTo>
                <a:lnTo>
                  <a:pt x="8695690" y="0"/>
                </a:lnTo>
                <a:close/>
              </a:path>
            </a:pathLst>
          </a:custGeom>
          <a:solidFill>
            <a:srgbClr val="4BB6F0"/>
          </a:solidFill>
        </p:spPr>
        <p:txBody>
          <a:bodyPr wrap="square" lIns="0" tIns="0" rIns="0" bIns="0" rtlCol="0"/>
          <a:lstStyle/>
          <a:p>
            <a:endParaRPr/>
          </a:p>
        </p:txBody>
      </p:sp>
      <p:sp>
        <p:nvSpPr>
          <p:cNvPr id="56" name="bg object 56"/>
          <p:cNvSpPr/>
          <p:nvPr/>
        </p:nvSpPr>
        <p:spPr>
          <a:xfrm>
            <a:off x="228587" y="859789"/>
            <a:ext cx="8695690" cy="22860"/>
          </a:xfrm>
          <a:custGeom>
            <a:avLst/>
            <a:gdLst/>
            <a:ahLst/>
            <a:cxnLst/>
            <a:rect l="l" t="t" r="r" b="b"/>
            <a:pathLst>
              <a:path w="8695690" h="22859">
                <a:moveTo>
                  <a:pt x="8695690" y="0"/>
                </a:moveTo>
                <a:lnTo>
                  <a:pt x="0" y="0"/>
                </a:lnTo>
                <a:lnTo>
                  <a:pt x="0" y="10160"/>
                </a:lnTo>
                <a:lnTo>
                  <a:pt x="0" y="11430"/>
                </a:lnTo>
                <a:lnTo>
                  <a:pt x="0" y="22860"/>
                </a:lnTo>
                <a:lnTo>
                  <a:pt x="8695690" y="22860"/>
                </a:lnTo>
                <a:lnTo>
                  <a:pt x="8695690" y="11430"/>
                </a:lnTo>
                <a:lnTo>
                  <a:pt x="8695690" y="10160"/>
                </a:lnTo>
                <a:lnTo>
                  <a:pt x="8695690" y="0"/>
                </a:lnTo>
                <a:close/>
              </a:path>
            </a:pathLst>
          </a:custGeom>
          <a:solidFill>
            <a:srgbClr val="49B6EF"/>
          </a:solidFill>
        </p:spPr>
        <p:txBody>
          <a:bodyPr wrap="square" lIns="0" tIns="0" rIns="0" bIns="0" rtlCol="0"/>
          <a:lstStyle/>
          <a:p>
            <a:endParaRPr/>
          </a:p>
        </p:txBody>
      </p:sp>
      <p:sp>
        <p:nvSpPr>
          <p:cNvPr id="57" name="bg object 57"/>
          <p:cNvSpPr/>
          <p:nvPr/>
        </p:nvSpPr>
        <p:spPr>
          <a:xfrm>
            <a:off x="228599" y="881378"/>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48B5EF"/>
          </a:solidFill>
        </p:spPr>
        <p:txBody>
          <a:bodyPr wrap="square" lIns="0" tIns="0" rIns="0" bIns="0" rtlCol="0"/>
          <a:lstStyle/>
          <a:p>
            <a:endParaRPr/>
          </a:p>
        </p:txBody>
      </p:sp>
      <p:sp>
        <p:nvSpPr>
          <p:cNvPr id="58" name="bg object 58"/>
          <p:cNvSpPr/>
          <p:nvPr/>
        </p:nvSpPr>
        <p:spPr>
          <a:xfrm>
            <a:off x="228599" y="892808"/>
            <a:ext cx="8695690" cy="11430"/>
          </a:xfrm>
          <a:custGeom>
            <a:avLst/>
            <a:gdLst/>
            <a:ahLst/>
            <a:cxnLst/>
            <a:rect l="l" t="t" r="r" b="b"/>
            <a:pathLst>
              <a:path w="8695690" h="11430">
                <a:moveTo>
                  <a:pt x="8695682" y="11427"/>
                </a:moveTo>
                <a:lnTo>
                  <a:pt x="0" y="11427"/>
                </a:lnTo>
                <a:lnTo>
                  <a:pt x="0" y="0"/>
                </a:lnTo>
                <a:lnTo>
                  <a:pt x="8695682" y="0"/>
                </a:lnTo>
                <a:lnTo>
                  <a:pt x="8695682" y="11427"/>
                </a:lnTo>
                <a:close/>
              </a:path>
            </a:pathLst>
          </a:custGeom>
          <a:solidFill>
            <a:srgbClr val="46B5EF"/>
          </a:solidFill>
        </p:spPr>
        <p:txBody>
          <a:bodyPr wrap="square" lIns="0" tIns="0" rIns="0" bIns="0" rtlCol="0"/>
          <a:lstStyle/>
          <a:p>
            <a:endParaRPr/>
          </a:p>
        </p:txBody>
      </p:sp>
      <p:sp>
        <p:nvSpPr>
          <p:cNvPr id="59" name="bg object 59"/>
          <p:cNvSpPr/>
          <p:nvPr/>
        </p:nvSpPr>
        <p:spPr>
          <a:xfrm>
            <a:off x="228599" y="902968"/>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46B3EF"/>
          </a:solidFill>
        </p:spPr>
        <p:txBody>
          <a:bodyPr wrap="square" lIns="0" tIns="0" rIns="0" bIns="0" rtlCol="0"/>
          <a:lstStyle/>
          <a:p>
            <a:endParaRPr/>
          </a:p>
        </p:txBody>
      </p:sp>
      <p:sp>
        <p:nvSpPr>
          <p:cNvPr id="60" name="bg object 60"/>
          <p:cNvSpPr/>
          <p:nvPr/>
        </p:nvSpPr>
        <p:spPr>
          <a:xfrm>
            <a:off x="228587" y="914399"/>
            <a:ext cx="8695690" cy="22860"/>
          </a:xfrm>
          <a:custGeom>
            <a:avLst/>
            <a:gdLst/>
            <a:ahLst/>
            <a:cxnLst/>
            <a:rect l="l" t="t" r="r" b="b"/>
            <a:pathLst>
              <a:path w="8695690" h="22859">
                <a:moveTo>
                  <a:pt x="8695690" y="0"/>
                </a:moveTo>
                <a:lnTo>
                  <a:pt x="0" y="0"/>
                </a:lnTo>
                <a:lnTo>
                  <a:pt x="0" y="11430"/>
                </a:lnTo>
                <a:lnTo>
                  <a:pt x="0" y="12700"/>
                </a:lnTo>
                <a:lnTo>
                  <a:pt x="0" y="22860"/>
                </a:lnTo>
                <a:lnTo>
                  <a:pt x="8695690" y="22860"/>
                </a:lnTo>
                <a:lnTo>
                  <a:pt x="8695690" y="12700"/>
                </a:lnTo>
                <a:lnTo>
                  <a:pt x="8695690" y="11430"/>
                </a:lnTo>
                <a:lnTo>
                  <a:pt x="8695690" y="0"/>
                </a:lnTo>
                <a:close/>
              </a:path>
            </a:pathLst>
          </a:custGeom>
          <a:solidFill>
            <a:srgbClr val="44B3EF"/>
          </a:solidFill>
        </p:spPr>
        <p:txBody>
          <a:bodyPr wrap="square" lIns="0" tIns="0" rIns="0" bIns="0" rtlCol="0"/>
          <a:lstStyle/>
          <a:p>
            <a:endParaRPr/>
          </a:p>
        </p:txBody>
      </p:sp>
      <p:sp>
        <p:nvSpPr>
          <p:cNvPr id="61" name="bg object 61"/>
          <p:cNvSpPr/>
          <p:nvPr/>
        </p:nvSpPr>
        <p:spPr>
          <a:xfrm>
            <a:off x="228599" y="937258"/>
            <a:ext cx="8695690" cy="11430"/>
          </a:xfrm>
          <a:custGeom>
            <a:avLst/>
            <a:gdLst/>
            <a:ahLst/>
            <a:cxnLst/>
            <a:rect l="l" t="t" r="r" b="b"/>
            <a:pathLst>
              <a:path w="8695690" h="11430">
                <a:moveTo>
                  <a:pt x="8695682" y="11427"/>
                </a:moveTo>
                <a:lnTo>
                  <a:pt x="0" y="11427"/>
                </a:lnTo>
                <a:lnTo>
                  <a:pt x="0" y="0"/>
                </a:lnTo>
                <a:lnTo>
                  <a:pt x="8695682" y="0"/>
                </a:lnTo>
                <a:lnTo>
                  <a:pt x="8695682" y="11427"/>
                </a:lnTo>
                <a:close/>
              </a:path>
            </a:pathLst>
          </a:custGeom>
          <a:solidFill>
            <a:srgbClr val="42B3EF"/>
          </a:solidFill>
        </p:spPr>
        <p:txBody>
          <a:bodyPr wrap="square" lIns="0" tIns="0" rIns="0" bIns="0" rtlCol="0"/>
          <a:lstStyle/>
          <a:p>
            <a:endParaRPr/>
          </a:p>
        </p:txBody>
      </p:sp>
      <p:sp>
        <p:nvSpPr>
          <p:cNvPr id="62" name="bg object 62"/>
          <p:cNvSpPr/>
          <p:nvPr/>
        </p:nvSpPr>
        <p:spPr>
          <a:xfrm>
            <a:off x="228599" y="947418"/>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42B1ED"/>
          </a:solidFill>
        </p:spPr>
        <p:txBody>
          <a:bodyPr wrap="square" lIns="0" tIns="0" rIns="0" bIns="0" rtlCol="0"/>
          <a:lstStyle/>
          <a:p>
            <a:endParaRPr/>
          </a:p>
        </p:txBody>
      </p:sp>
      <p:sp>
        <p:nvSpPr>
          <p:cNvPr id="63" name="bg object 63"/>
          <p:cNvSpPr/>
          <p:nvPr/>
        </p:nvSpPr>
        <p:spPr>
          <a:xfrm>
            <a:off x="228599" y="958848"/>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41B1ED"/>
          </a:solidFill>
        </p:spPr>
        <p:txBody>
          <a:bodyPr wrap="square" lIns="0" tIns="0" rIns="0" bIns="0" rtlCol="0"/>
          <a:lstStyle/>
          <a:p>
            <a:endParaRPr/>
          </a:p>
        </p:txBody>
      </p:sp>
      <p:sp>
        <p:nvSpPr>
          <p:cNvPr id="64" name="bg object 64"/>
          <p:cNvSpPr/>
          <p:nvPr/>
        </p:nvSpPr>
        <p:spPr>
          <a:xfrm>
            <a:off x="228587" y="970279"/>
            <a:ext cx="8695690" cy="22860"/>
          </a:xfrm>
          <a:custGeom>
            <a:avLst/>
            <a:gdLst/>
            <a:ahLst/>
            <a:cxnLst/>
            <a:rect l="l" t="t" r="r" b="b"/>
            <a:pathLst>
              <a:path w="8695690" h="22859">
                <a:moveTo>
                  <a:pt x="8695690" y="0"/>
                </a:moveTo>
                <a:lnTo>
                  <a:pt x="0" y="0"/>
                </a:lnTo>
                <a:lnTo>
                  <a:pt x="0" y="10160"/>
                </a:lnTo>
                <a:lnTo>
                  <a:pt x="0" y="11430"/>
                </a:lnTo>
                <a:lnTo>
                  <a:pt x="0" y="22860"/>
                </a:lnTo>
                <a:lnTo>
                  <a:pt x="8695690" y="22860"/>
                </a:lnTo>
                <a:lnTo>
                  <a:pt x="8695690" y="11430"/>
                </a:lnTo>
                <a:lnTo>
                  <a:pt x="8695690" y="10160"/>
                </a:lnTo>
                <a:lnTo>
                  <a:pt x="8695690" y="0"/>
                </a:lnTo>
                <a:close/>
              </a:path>
            </a:pathLst>
          </a:custGeom>
          <a:solidFill>
            <a:srgbClr val="3FB1ED"/>
          </a:solidFill>
        </p:spPr>
        <p:txBody>
          <a:bodyPr wrap="square" lIns="0" tIns="0" rIns="0" bIns="0" rtlCol="0"/>
          <a:lstStyle/>
          <a:p>
            <a:endParaRPr/>
          </a:p>
        </p:txBody>
      </p:sp>
      <p:sp>
        <p:nvSpPr>
          <p:cNvPr id="65" name="bg object 65"/>
          <p:cNvSpPr/>
          <p:nvPr/>
        </p:nvSpPr>
        <p:spPr>
          <a:xfrm>
            <a:off x="228599" y="991867"/>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3DB1ED"/>
          </a:solidFill>
        </p:spPr>
        <p:txBody>
          <a:bodyPr wrap="square" lIns="0" tIns="0" rIns="0" bIns="0" rtlCol="0"/>
          <a:lstStyle/>
          <a:p>
            <a:endParaRPr/>
          </a:p>
        </p:txBody>
      </p:sp>
      <p:sp>
        <p:nvSpPr>
          <p:cNvPr id="66" name="bg object 66"/>
          <p:cNvSpPr/>
          <p:nvPr/>
        </p:nvSpPr>
        <p:spPr>
          <a:xfrm>
            <a:off x="228599" y="1003297"/>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3DAFED"/>
          </a:solidFill>
        </p:spPr>
        <p:txBody>
          <a:bodyPr wrap="square" lIns="0" tIns="0" rIns="0" bIns="0" rtlCol="0"/>
          <a:lstStyle/>
          <a:p>
            <a:endParaRPr/>
          </a:p>
        </p:txBody>
      </p:sp>
      <p:sp>
        <p:nvSpPr>
          <p:cNvPr id="67" name="bg object 67"/>
          <p:cNvSpPr/>
          <p:nvPr/>
        </p:nvSpPr>
        <p:spPr>
          <a:xfrm>
            <a:off x="228599" y="1014727"/>
            <a:ext cx="8695690" cy="11430"/>
          </a:xfrm>
          <a:custGeom>
            <a:avLst/>
            <a:gdLst/>
            <a:ahLst/>
            <a:cxnLst/>
            <a:rect l="l" t="t" r="r" b="b"/>
            <a:pathLst>
              <a:path w="8695690" h="11430">
                <a:moveTo>
                  <a:pt x="8695682" y="11429"/>
                </a:moveTo>
                <a:lnTo>
                  <a:pt x="0" y="11429"/>
                </a:lnTo>
                <a:lnTo>
                  <a:pt x="0" y="0"/>
                </a:lnTo>
                <a:lnTo>
                  <a:pt x="8695682" y="0"/>
                </a:lnTo>
                <a:lnTo>
                  <a:pt x="8695682" y="11429"/>
                </a:lnTo>
                <a:close/>
              </a:path>
            </a:pathLst>
          </a:custGeom>
          <a:solidFill>
            <a:srgbClr val="3BAFED"/>
          </a:solidFill>
        </p:spPr>
        <p:txBody>
          <a:bodyPr wrap="square" lIns="0" tIns="0" rIns="0" bIns="0" rtlCol="0"/>
          <a:lstStyle/>
          <a:p>
            <a:endParaRPr/>
          </a:p>
        </p:txBody>
      </p:sp>
      <p:sp>
        <p:nvSpPr>
          <p:cNvPr id="68" name="bg object 68"/>
          <p:cNvSpPr/>
          <p:nvPr/>
        </p:nvSpPr>
        <p:spPr>
          <a:xfrm>
            <a:off x="228599" y="1024887"/>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3BAEED"/>
          </a:solidFill>
        </p:spPr>
        <p:txBody>
          <a:bodyPr wrap="square" lIns="0" tIns="0" rIns="0" bIns="0" rtlCol="0"/>
          <a:lstStyle/>
          <a:p>
            <a:endParaRPr/>
          </a:p>
        </p:txBody>
      </p:sp>
      <p:sp>
        <p:nvSpPr>
          <p:cNvPr id="69" name="bg object 69"/>
          <p:cNvSpPr/>
          <p:nvPr/>
        </p:nvSpPr>
        <p:spPr>
          <a:xfrm>
            <a:off x="228599" y="1036317"/>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3AAEED"/>
          </a:solidFill>
        </p:spPr>
        <p:txBody>
          <a:bodyPr wrap="square" lIns="0" tIns="0" rIns="0" bIns="0" rtlCol="0"/>
          <a:lstStyle/>
          <a:p>
            <a:endParaRPr/>
          </a:p>
        </p:txBody>
      </p:sp>
      <p:sp>
        <p:nvSpPr>
          <p:cNvPr id="70" name="bg object 70"/>
          <p:cNvSpPr/>
          <p:nvPr/>
        </p:nvSpPr>
        <p:spPr>
          <a:xfrm>
            <a:off x="228587" y="1047749"/>
            <a:ext cx="8695690" cy="22860"/>
          </a:xfrm>
          <a:custGeom>
            <a:avLst/>
            <a:gdLst/>
            <a:ahLst/>
            <a:cxnLst/>
            <a:rect l="l" t="t" r="r" b="b"/>
            <a:pathLst>
              <a:path w="8695690" h="22859">
                <a:moveTo>
                  <a:pt x="8695690" y="0"/>
                </a:moveTo>
                <a:lnTo>
                  <a:pt x="0" y="0"/>
                </a:lnTo>
                <a:lnTo>
                  <a:pt x="0" y="11430"/>
                </a:lnTo>
                <a:lnTo>
                  <a:pt x="0" y="12700"/>
                </a:lnTo>
                <a:lnTo>
                  <a:pt x="0" y="22860"/>
                </a:lnTo>
                <a:lnTo>
                  <a:pt x="8695690" y="22860"/>
                </a:lnTo>
                <a:lnTo>
                  <a:pt x="8695690" y="12700"/>
                </a:lnTo>
                <a:lnTo>
                  <a:pt x="8695690" y="11430"/>
                </a:lnTo>
                <a:lnTo>
                  <a:pt x="8695690" y="0"/>
                </a:lnTo>
                <a:close/>
              </a:path>
            </a:pathLst>
          </a:custGeom>
          <a:solidFill>
            <a:srgbClr val="38AEEB"/>
          </a:solidFill>
        </p:spPr>
        <p:txBody>
          <a:bodyPr wrap="square" lIns="0" tIns="0" rIns="0" bIns="0" rtlCol="0"/>
          <a:lstStyle/>
          <a:p>
            <a:endParaRPr/>
          </a:p>
        </p:txBody>
      </p:sp>
      <p:sp>
        <p:nvSpPr>
          <p:cNvPr id="71" name="bg object 71"/>
          <p:cNvSpPr/>
          <p:nvPr/>
        </p:nvSpPr>
        <p:spPr>
          <a:xfrm>
            <a:off x="228587" y="1069339"/>
            <a:ext cx="8695690" cy="24130"/>
          </a:xfrm>
          <a:custGeom>
            <a:avLst/>
            <a:gdLst/>
            <a:ahLst/>
            <a:cxnLst/>
            <a:rect l="l" t="t" r="r" b="b"/>
            <a:pathLst>
              <a:path w="8695690" h="24130">
                <a:moveTo>
                  <a:pt x="8695690" y="0"/>
                </a:moveTo>
                <a:lnTo>
                  <a:pt x="0" y="0"/>
                </a:lnTo>
                <a:lnTo>
                  <a:pt x="0" y="11430"/>
                </a:lnTo>
                <a:lnTo>
                  <a:pt x="0" y="12700"/>
                </a:lnTo>
                <a:lnTo>
                  <a:pt x="0" y="24130"/>
                </a:lnTo>
                <a:lnTo>
                  <a:pt x="8695690" y="24130"/>
                </a:lnTo>
                <a:lnTo>
                  <a:pt x="8695690" y="12700"/>
                </a:lnTo>
                <a:lnTo>
                  <a:pt x="8695690" y="11430"/>
                </a:lnTo>
                <a:lnTo>
                  <a:pt x="8695690" y="0"/>
                </a:lnTo>
                <a:close/>
              </a:path>
            </a:pathLst>
          </a:custGeom>
          <a:solidFill>
            <a:srgbClr val="36ACEB"/>
          </a:solidFill>
        </p:spPr>
        <p:txBody>
          <a:bodyPr wrap="square" lIns="0" tIns="0" rIns="0" bIns="0" rtlCol="0"/>
          <a:lstStyle/>
          <a:p>
            <a:endParaRPr/>
          </a:p>
        </p:txBody>
      </p:sp>
      <p:sp>
        <p:nvSpPr>
          <p:cNvPr id="72" name="bg object 72"/>
          <p:cNvSpPr/>
          <p:nvPr/>
        </p:nvSpPr>
        <p:spPr>
          <a:xfrm>
            <a:off x="228587" y="1092199"/>
            <a:ext cx="8695690" cy="22860"/>
          </a:xfrm>
          <a:custGeom>
            <a:avLst/>
            <a:gdLst/>
            <a:ahLst/>
            <a:cxnLst/>
            <a:rect l="l" t="t" r="r" b="b"/>
            <a:pathLst>
              <a:path w="8695690" h="22859">
                <a:moveTo>
                  <a:pt x="8695690" y="0"/>
                </a:moveTo>
                <a:lnTo>
                  <a:pt x="0" y="0"/>
                </a:lnTo>
                <a:lnTo>
                  <a:pt x="0" y="11430"/>
                </a:lnTo>
                <a:lnTo>
                  <a:pt x="0" y="22860"/>
                </a:lnTo>
                <a:lnTo>
                  <a:pt x="8695690" y="22860"/>
                </a:lnTo>
                <a:lnTo>
                  <a:pt x="8695690" y="11430"/>
                </a:lnTo>
                <a:lnTo>
                  <a:pt x="8695690" y="0"/>
                </a:lnTo>
                <a:close/>
              </a:path>
            </a:pathLst>
          </a:custGeom>
          <a:solidFill>
            <a:srgbClr val="34ACEB"/>
          </a:solidFill>
        </p:spPr>
        <p:txBody>
          <a:bodyPr wrap="square" lIns="0" tIns="0" rIns="0" bIns="0" rtlCol="0"/>
          <a:lstStyle/>
          <a:p>
            <a:endParaRPr/>
          </a:p>
        </p:txBody>
      </p:sp>
      <p:sp>
        <p:nvSpPr>
          <p:cNvPr id="73" name="bg object 73"/>
          <p:cNvSpPr/>
          <p:nvPr/>
        </p:nvSpPr>
        <p:spPr>
          <a:xfrm>
            <a:off x="228599" y="1113787"/>
            <a:ext cx="8695690" cy="22860"/>
          </a:xfrm>
          <a:custGeom>
            <a:avLst/>
            <a:gdLst/>
            <a:ahLst/>
            <a:cxnLst/>
            <a:rect l="l" t="t" r="r" b="b"/>
            <a:pathLst>
              <a:path w="8695690" h="22859">
                <a:moveTo>
                  <a:pt x="8695682" y="22859"/>
                </a:moveTo>
                <a:lnTo>
                  <a:pt x="0" y="22859"/>
                </a:lnTo>
                <a:lnTo>
                  <a:pt x="0" y="0"/>
                </a:lnTo>
                <a:lnTo>
                  <a:pt x="8695682" y="0"/>
                </a:lnTo>
                <a:lnTo>
                  <a:pt x="8695682" y="22859"/>
                </a:lnTo>
                <a:close/>
              </a:path>
            </a:pathLst>
          </a:custGeom>
          <a:solidFill>
            <a:srgbClr val="33AAEB"/>
          </a:solidFill>
        </p:spPr>
        <p:txBody>
          <a:bodyPr wrap="square" lIns="0" tIns="0" rIns="0" bIns="0" rtlCol="0"/>
          <a:lstStyle/>
          <a:p>
            <a:endParaRPr/>
          </a:p>
        </p:txBody>
      </p:sp>
      <p:sp>
        <p:nvSpPr>
          <p:cNvPr id="74" name="bg object 74"/>
          <p:cNvSpPr/>
          <p:nvPr/>
        </p:nvSpPr>
        <p:spPr>
          <a:xfrm>
            <a:off x="228599" y="1136647"/>
            <a:ext cx="8695690" cy="11430"/>
          </a:xfrm>
          <a:custGeom>
            <a:avLst/>
            <a:gdLst/>
            <a:ahLst/>
            <a:cxnLst/>
            <a:rect l="l" t="t" r="r" b="b"/>
            <a:pathLst>
              <a:path w="8695690" h="11430">
                <a:moveTo>
                  <a:pt x="8695682" y="11429"/>
                </a:moveTo>
                <a:lnTo>
                  <a:pt x="0" y="11429"/>
                </a:lnTo>
                <a:lnTo>
                  <a:pt x="0" y="0"/>
                </a:lnTo>
                <a:lnTo>
                  <a:pt x="8695682" y="0"/>
                </a:lnTo>
                <a:lnTo>
                  <a:pt x="8695682" y="11429"/>
                </a:lnTo>
                <a:close/>
              </a:path>
            </a:pathLst>
          </a:custGeom>
          <a:solidFill>
            <a:srgbClr val="31AAEB"/>
          </a:solidFill>
        </p:spPr>
        <p:txBody>
          <a:bodyPr wrap="square" lIns="0" tIns="0" rIns="0" bIns="0" rtlCol="0"/>
          <a:lstStyle/>
          <a:p>
            <a:endParaRPr/>
          </a:p>
        </p:txBody>
      </p:sp>
      <p:sp>
        <p:nvSpPr>
          <p:cNvPr id="75" name="bg object 75"/>
          <p:cNvSpPr/>
          <p:nvPr/>
        </p:nvSpPr>
        <p:spPr>
          <a:xfrm>
            <a:off x="228599" y="1146807"/>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2FAAE9"/>
          </a:solidFill>
        </p:spPr>
        <p:txBody>
          <a:bodyPr wrap="square" lIns="0" tIns="0" rIns="0" bIns="0" rtlCol="0"/>
          <a:lstStyle/>
          <a:p>
            <a:endParaRPr/>
          </a:p>
        </p:txBody>
      </p:sp>
      <p:sp>
        <p:nvSpPr>
          <p:cNvPr id="76" name="bg object 76"/>
          <p:cNvSpPr/>
          <p:nvPr/>
        </p:nvSpPr>
        <p:spPr>
          <a:xfrm>
            <a:off x="228599" y="1158237"/>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2FA8E9"/>
          </a:solidFill>
        </p:spPr>
        <p:txBody>
          <a:bodyPr wrap="square" lIns="0" tIns="0" rIns="0" bIns="0" rtlCol="0"/>
          <a:lstStyle/>
          <a:p>
            <a:endParaRPr/>
          </a:p>
        </p:txBody>
      </p:sp>
      <p:sp>
        <p:nvSpPr>
          <p:cNvPr id="77" name="bg object 77"/>
          <p:cNvSpPr/>
          <p:nvPr/>
        </p:nvSpPr>
        <p:spPr>
          <a:xfrm>
            <a:off x="228587" y="1169669"/>
            <a:ext cx="8695690" cy="22860"/>
          </a:xfrm>
          <a:custGeom>
            <a:avLst/>
            <a:gdLst/>
            <a:ahLst/>
            <a:cxnLst/>
            <a:rect l="l" t="t" r="r" b="b"/>
            <a:pathLst>
              <a:path w="8695690" h="22859">
                <a:moveTo>
                  <a:pt x="8695690" y="0"/>
                </a:moveTo>
                <a:lnTo>
                  <a:pt x="0" y="0"/>
                </a:lnTo>
                <a:lnTo>
                  <a:pt x="0" y="10160"/>
                </a:lnTo>
                <a:lnTo>
                  <a:pt x="0" y="11430"/>
                </a:lnTo>
                <a:lnTo>
                  <a:pt x="0" y="22860"/>
                </a:lnTo>
                <a:lnTo>
                  <a:pt x="8695690" y="22860"/>
                </a:lnTo>
                <a:lnTo>
                  <a:pt x="8695690" y="11430"/>
                </a:lnTo>
                <a:lnTo>
                  <a:pt x="8695690" y="10160"/>
                </a:lnTo>
                <a:lnTo>
                  <a:pt x="8695690" y="0"/>
                </a:lnTo>
                <a:close/>
              </a:path>
            </a:pathLst>
          </a:custGeom>
          <a:solidFill>
            <a:srgbClr val="2DA8E9"/>
          </a:solidFill>
        </p:spPr>
        <p:txBody>
          <a:bodyPr wrap="square" lIns="0" tIns="0" rIns="0" bIns="0" rtlCol="0"/>
          <a:lstStyle/>
          <a:p>
            <a:endParaRPr/>
          </a:p>
        </p:txBody>
      </p:sp>
      <p:sp>
        <p:nvSpPr>
          <p:cNvPr id="78" name="bg object 78"/>
          <p:cNvSpPr/>
          <p:nvPr/>
        </p:nvSpPr>
        <p:spPr>
          <a:xfrm>
            <a:off x="228599" y="1191257"/>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2BA8E8"/>
          </a:solidFill>
        </p:spPr>
        <p:txBody>
          <a:bodyPr wrap="square" lIns="0" tIns="0" rIns="0" bIns="0" rtlCol="0"/>
          <a:lstStyle/>
          <a:p>
            <a:endParaRPr/>
          </a:p>
        </p:txBody>
      </p:sp>
      <p:sp>
        <p:nvSpPr>
          <p:cNvPr id="79" name="bg object 79"/>
          <p:cNvSpPr/>
          <p:nvPr/>
        </p:nvSpPr>
        <p:spPr>
          <a:xfrm>
            <a:off x="228587" y="1202689"/>
            <a:ext cx="8695690" cy="22860"/>
          </a:xfrm>
          <a:custGeom>
            <a:avLst/>
            <a:gdLst/>
            <a:ahLst/>
            <a:cxnLst/>
            <a:rect l="l" t="t" r="r" b="b"/>
            <a:pathLst>
              <a:path w="8695690" h="22859">
                <a:moveTo>
                  <a:pt x="8695690" y="0"/>
                </a:moveTo>
                <a:lnTo>
                  <a:pt x="0" y="0"/>
                </a:lnTo>
                <a:lnTo>
                  <a:pt x="0" y="11430"/>
                </a:lnTo>
                <a:lnTo>
                  <a:pt x="0" y="22860"/>
                </a:lnTo>
                <a:lnTo>
                  <a:pt x="8695690" y="22860"/>
                </a:lnTo>
                <a:lnTo>
                  <a:pt x="8695690" y="11430"/>
                </a:lnTo>
                <a:lnTo>
                  <a:pt x="8695690" y="0"/>
                </a:lnTo>
                <a:close/>
              </a:path>
            </a:pathLst>
          </a:custGeom>
          <a:solidFill>
            <a:srgbClr val="2AA7E8"/>
          </a:solidFill>
        </p:spPr>
        <p:txBody>
          <a:bodyPr wrap="square" lIns="0" tIns="0" rIns="0" bIns="0" rtlCol="0"/>
          <a:lstStyle/>
          <a:p>
            <a:endParaRPr/>
          </a:p>
        </p:txBody>
      </p:sp>
      <p:sp>
        <p:nvSpPr>
          <p:cNvPr id="80" name="bg object 80"/>
          <p:cNvSpPr/>
          <p:nvPr/>
        </p:nvSpPr>
        <p:spPr>
          <a:xfrm>
            <a:off x="228587" y="1224279"/>
            <a:ext cx="8695690" cy="24130"/>
          </a:xfrm>
          <a:custGeom>
            <a:avLst/>
            <a:gdLst/>
            <a:ahLst/>
            <a:cxnLst/>
            <a:rect l="l" t="t" r="r" b="b"/>
            <a:pathLst>
              <a:path w="8695690" h="24130">
                <a:moveTo>
                  <a:pt x="8695690" y="0"/>
                </a:moveTo>
                <a:lnTo>
                  <a:pt x="0" y="0"/>
                </a:lnTo>
                <a:lnTo>
                  <a:pt x="0" y="11430"/>
                </a:lnTo>
                <a:lnTo>
                  <a:pt x="0" y="12700"/>
                </a:lnTo>
                <a:lnTo>
                  <a:pt x="0" y="24130"/>
                </a:lnTo>
                <a:lnTo>
                  <a:pt x="8695690" y="24130"/>
                </a:lnTo>
                <a:lnTo>
                  <a:pt x="8695690" y="12700"/>
                </a:lnTo>
                <a:lnTo>
                  <a:pt x="8695690" y="11430"/>
                </a:lnTo>
                <a:lnTo>
                  <a:pt x="8695690" y="0"/>
                </a:lnTo>
                <a:close/>
              </a:path>
            </a:pathLst>
          </a:custGeom>
          <a:solidFill>
            <a:srgbClr val="28A5E8"/>
          </a:solidFill>
        </p:spPr>
        <p:txBody>
          <a:bodyPr wrap="square" lIns="0" tIns="0" rIns="0" bIns="0" rtlCol="0"/>
          <a:lstStyle/>
          <a:p>
            <a:endParaRPr/>
          </a:p>
        </p:txBody>
      </p:sp>
      <p:sp>
        <p:nvSpPr>
          <p:cNvPr id="81" name="bg object 81"/>
          <p:cNvSpPr/>
          <p:nvPr/>
        </p:nvSpPr>
        <p:spPr>
          <a:xfrm>
            <a:off x="228587" y="1247139"/>
            <a:ext cx="8695690" cy="22860"/>
          </a:xfrm>
          <a:custGeom>
            <a:avLst/>
            <a:gdLst/>
            <a:ahLst/>
            <a:cxnLst/>
            <a:rect l="l" t="t" r="r" b="b"/>
            <a:pathLst>
              <a:path w="8695690" h="22859">
                <a:moveTo>
                  <a:pt x="8695690" y="0"/>
                </a:moveTo>
                <a:lnTo>
                  <a:pt x="0" y="0"/>
                </a:lnTo>
                <a:lnTo>
                  <a:pt x="0" y="11430"/>
                </a:lnTo>
                <a:lnTo>
                  <a:pt x="0" y="12700"/>
                </a:lnTo>
                <a:lnTo>
                  <a:pt x="0" y="22860"/>
                </a:lnTo>
                <a:lnTo>
                  <a:pt x="8695690" y="22860"/>
                </a:lnTo>
                <a:lnTo>
                  <a:pt x="8695690" y="12700"/>
                </a:lnTo>
                <a:lnTo>
                  <a:pt x="8695690" y="11430"/>
                </a:lnTo>
                <a:lnTo>
                  <a:pt x="8695690" y="0"/>
                </a:lnTo>
                <a:close/>
              </a:path>
            </a:pathLst>
          </a:custGeom>
          <a:solidFill>
            <a:srgbClr val="26A5E8"/>
          </a:solidFill>
        </p:spPr>
        <p:txBody>
          <a:bodyPr wrap="square" lIns="0" tIns="0" rIns="0" bIns="0" rtlCol="0"/>
          <a:lstStyle/>
          <a:p>
            <a:endParaRPr/>
          </a:p>
        </p:txBody>
      </p:sp>
      <p:sp>
        <p:nvSpPr>
          <p:cNvPr id="82" name="bg object 82"/>
          <p:cNvSpPr/>
          <p:nvPr/>
        </p:nvSpPr>
        <p:spPr>
          <a:xfrm>
            <a:off x="228599" y="1268727"/>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24A3E8"/>
          </a:solidFill>
        </p:spPr>
        <p:txBody>
          <a:bodyPr wrap="square" lIns="0" tIns="0" rIns="0" bIns="0" rtlCol="0"/>
          <a:lstStyle/>
          <a:p>
            <a:endParaRPr/>
          </a:p>
        </p:txBody>
      </p:sp>
      <p:sp>
        <p:nvSpPr>
          <p:cNvPr id="83" name="bg object 83"/>
          <p:cNvSpPr/>
          <p:nvPr/>
        </p:nvSpPr>
        <p:spPr>
          <a:xfrm>
            <a:off x="228599" y="1280157"/>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23A3E8"/>
          </a:solidFill>
        </p:spPr>
        <p:txBody>
          <a:bodyPr wrap="square" lIns="0" tIns="0" rIns="0" bIns="0" rtlCol="0"/>
          <a:lstStyle/>
          <a:p>
            <a:endParaRPr/>
          </a:p>
        </p:txBody>
      </p:sp>
      <p:sp>
        <p:nvSpPr>
          <p:cNvPr id="84" name="bg object 84"/>
          <p:cNvSpPr/>
          <p:nvPr/>
        </p:nvSpPr>
        <p:spPr>
          <a:xfrm>
            <a:off x="228599" y="1291587"/>
            <a:ext cx="8695690" cy="11430"/>
          </a:xfrm>
          <a:custGeom>
            <a:avLst/>
            <a:gdLst/>
            <a:ahLst/>
            <a:cxnLst/>
            <a:rect l="l" t="t" r="r" b="b"/>
            <a:pathLst>
              <a:path w="8695690" h="11430">
                <a:moveTo>
                  <a:pt x="8695682" y="11429"/>
                </a:moveTo>
                <a:lnTo>
                  <a:pt x="0" y="11429"/>
                </a:lnTo>
                <a:lnTo>
                  <a:pt x="0" y="0"/>
                </a:lnTo>
                <a:lnTo>
                  <a:pt x="8695682" y="0"/>
                </a:lnTo>
                <a:lnTo>
                  <a:pt x="8695682" y="11429"/>
                </a:lnTo>
                <a:close/>
              </a:path>
            </a:pathLst>
          </a:custGeom>
          <a:solidFill>
            <a:srgbClr val="23A3E6"/>
          </a:solidFill>
        </p:spPr>
        <p:txBody>
          <a:bodyPr wrap="square" lIns="0" tIns="0" rIns="0" bIns="0" rtlCol="0"/>
          <a:lstStyle/>
          <a:p>
            <a:endParaRPr/>
          </a:p>
        </p:txBody>
      </p:sp>
      <p:sp>
        <p:nvSpPr>
          <p:cNvPr id="85" name="bg object 85"/>
          <p:cNvSpPr/>
          <p:nvPr/>
        </p:nvSpPr>
        <p:spPr>
          <a:xfrm>
            <a:off x="228599" y="1303017"/>
            <a:ext cx="8695690" cy="11430"/>
          </a:xfrm>
          <a:custGeom>
            <a:avLst/>
            <a:gdLst/>
            <a:ahLst/>
            <a:cxnLst/>
            <a:rect l="l" t="t" r="r" b="b"/>
            <a:pathLst>
              <a:path w="8695690" h="11430">
                <a:moveTo>
                  <a:pt x="8695682" y="11427"/>
                </a:moveTo>
                <a:lnTo>
                  <a:pt x="0" y="11427"/>
                </a:lnTo>
                <a:lnTo>
                  <a:pt x="0" y="0"/>
                </a:lnTo>
                <a:lnTo>
                  <a:pt x="8695682" y="0"/>
                </a:lnTo>
                <a:lnTo>
                  <a:pt x="8695682" y="11427"/>
                </a:lnTo>
                <a:close/>
              </a:path>
            </a:pathLst>
          </a:custGeom>
          <a:solidFill>
            <a:srgbClr val="21A3E6"/>
          </a:solidFill>
        </p:spPr>
        <p:txBody>
          <a:bodyPr wrap="square" lIns="0" tIns="0" rIns="0" bIns="0" rtlCol="0"/>
          <a:lstStyle/>
          <a:p>
            <a:endParaRPr/>
          </a:p>
        </p:txBody>
      </p:sp>
      <p:sp>
        <p:nvSpPr>
          <p:cNvPr id="86" name="bg object 86"/>
          <p:cNvSpPr/>
          <p:nvPr/>
        </p:nvSpPr>
        <p:spPr>
          <a:xfrm>
            <a:off x="228599" y="1313177"/>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21A1E6"/>
          </a:solidFill>
        </p:spPr>
        <p:txBody>
          <a:bodyPr wrap="square" lIns="0" tIns="0" rIns="0" bIns="0" rtlCol="0"/>
          <a:lstStyle/>
          <a:p>
            <a:endParaRPr/>
          </a:p>
        </p:txBody>
      </p:sp>
      <p:sp>
        <p:nvSpPr>
          <p:cNvPr id="87" name="bg object 87"/>
          <p:cNvSpPr/>
          <p:nvPr/>
        </p:nvSpPr>
        <p:spPr>
          <a:xfrm>
            <a:off x="228587" y="1324609"/>
            <a:ext cx="8695690" cy="22860"/>
          </a:xfrm>
          <a:custGeom>
            <a:avLst/>
            <a:gdLst/>
            <a:ahLst/>
            <a:cxnLst/>
            <a:rect l="l" t="t" r="r" b="b"/>
            <a:pathLst>
              <a:path w="8695690" h="22859">
                <a:moveTo>
                  <a:pt x="8695690" y="0"/>
                </a:moveTo>
                <a:lnTo>
                  <a:pt x="0" y="0"/>
                </a:lnTo>
                <a:lnTo>
                  <a:pt x="0" y="11430"/>
                </a:lnTo>
                <a:lnTo>
                  <a:pt x="0" y="12700"/>
                </a:lnTo>
                <a:lnTo>
                  <a:pt x="0" y="22860"/>
                </a:lnTo>
                <a:lnTo>
                  <a:pt x="8695690" y="22860"/>
                </a:lnTo>
                <a:lnTo>
                  <a:pt x="8695690" y="12700"/>
                </a:lnTo>
                <a:lnTo>
                  <a:pt x="8695690" y="11430"/>
                </a:lnTo>
                <a:lnTo>
                  <a:pt x="8695690" y="0"/>
                </a:lnTo>
                <a:close/>
              </a:path>
            </a:pathLst>
          </a:custGeom>
          <a:solidFill>
            <a:srgbClr val="1FA1E6"/>
          </a:solidFill>
        </p:spPr>
        <p:txBody>
          <a:bodyPr wrap="square" lIns="0" tIns="0" rIns="0" bIns="0" rtlCol="0"/>
          <a:lstStyle/>
          <a:p>
            <a:endParaRPr/>
          </a:p>
        </p:txBody>
      </p:sp>
      <p:sp>
        <p:nvSpPr>
          <p:cNvPr id="88" name="bg object 88"/>
          <p:cNvSpPr/>
          <p:nvPr/>
        </p:nvSpPr>
        <p:spPr>
          <a:xfrm>
            <a:off x="228599" y="1346197"/>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1DA1E6"/>
          </a:solidFill>
        </p:spPr>
        <p:txBody>
          <a:bodyPr wrap="square" lIns="0" tIns="0" rIns="0" bIns="0" rtlCol="0"/>
          <a:lstStyle/>
          <a:p>
            <a:endParaRPr/>
          </a:p>
        </p:txBody>
      </p:sp>
      <p:sp>
        <p:nvSpPr>
          <p:cNvPr id="89" name="bg object 89"/>
          <p:cNvSpPr/>
          <p:nvPr/>
        </p:nvSpPr>
        <p:spPr>
          <a:xfrm>
            <a:off x="228587" y="1357629"/>
            <a:ext cx="8695690" cy="22860"/>
          </a:xfrm>
          <a:custGeom>
            <a:avLst/>
            <a:gdLst/>
            <a:ahLst/>
            <a:cxnLst/>
            <a:rect l="l" t="t" r="r" b="b"/>
            <a:pathLst>
              <a:path w="8695690" h="22859">
                <a:moveTo>
                  <a:pt x="8695690" y="0"/>
                </a:moveTo>
                <a:lnTo>
                  <a:pt x="0" y="0"/>
                </a:lnTo>
                <a:lnTo>
                  <a:pt x="0" y="11430"/>
                </a:lnTo>
                <a:lnTo>
                  <a:pt x="0" y="12700"/>
                </a:lnTo>
                <a:lnTo>
                  <a:pt x="0" y="22860"/>
                </a:lnTo>
                <a:lnTo>
                  <a:pt x="8695690" y="22860"/>
                </a:lnTo>
                <a:lnTo>
                  <a:pt x="8695690" y="12700"/>
                </a:lnTo>
                <a:lnTo>
                  <a:pt x="8695690" y="11430"/>
                </a:lnTo>
                <a:lnTo>
                  <a:pt x="8695690" y="0"/>
                </a:lnTo>
                <a:close/>
              </a:path>
            </a:pathLst>
          </a:custGeom>
          <a:solidFill>
            <a:srgbClr val="1CA0E6"/>
          </a:solidFill>
        </p:spPr>
        <p:txBody>
          <a:bodyPr wrap="square" lIns="0" tIns="0" rIns="0" bIns="0" rtlCol="0"/>
          <a:lstStyle/>
          <a:p>
            <a:endParaRPr/>
          </a:p>
        </p:txBody>
      </p:sp>
      <p:sp>
        <p:nvSpPr>
          <p:cNvPr id="90" name="bg object 90"/>
          <p:cNvSpPr/>
          <p:nvPr/>
        </p:nvSpPr>
        <p:spPr>
          <a:xfrm>
            <a:off x="228587" y="1380489"/>
            <a:ext cx="8695690" cy="22860"/>
          </a:xfrm>
          <a:custGeom>
            <a:avLst/>
            <a:gdLst/>
            <a:ahLst/>
            <a:cxnLst/>
            <a:rect l="l" t="t" r="r" b="b"/>
            <a:pathLst>
              <a:path w="8695690" h="22859">
                <a:moveTo>
                  <a:pt x="8695690" y="0"/>
                </a:moveTo>
                <a:lnTo>
                  <a:pt x="0" y="0"/>
                </a:lnTo>
                <a:lnTo>
                  <a:pt x="0" y="10160"/>
                </a:lnTo>
                <a:lnTo>
                  <a:pt x="0" y="11430"/>
                </a:lnTo>
                <a:lnTo>
                  <a:pt x="0" y="22860"/>
                </a:lnTo>
                <a:lnTo>
                  <a:pt x="8695690" y="22860"/>
                </a:lnTo>
                <a:lnTo>
                  <a:pt x="8695690" y="11430"/>
                </a:lnTo>
                <a:lnTo>
                  <a:pt x="8695690" y="10160"/>
                </a:lnTo>
                <a:lnTo>
                  <a:pt x="8695690" y="0"/>
                </a:lnTo>
                <a:close/>
              </a:path>
            </a:pathLst>
          </a:custGeom>
          <a:solidFill>
            <a:srgbClr val="1A9EE4"/>
          </a:solidFill>
        </p:spPr>
        <p:txBody>
          <a:bodyPr wrap="square" lIns="0" tIns="0" rIns="0" bIns="0" rtlCol="0"/>
          <a:lstStyle/>
          <a:p>
            <a:endParaRPr/>
          </a:p>
        </p:txBody>
      </p:sp>
      <p:sp>
        <p:nvSpPr>
          <p:cNvPr id="91" name="bg object 91"/>
          <p:cNvSpPr/>
          <p:nvPr/>
        </p:nvSpPr>
        <p:spPr>
          <a:xfrm>
            <a:off x="228599" y="1402077"/>
            <a:ext cx="8695690" cy="11430"/>
          </a:xfrm>
          <a:custGeom>
            <a:avLst/>
            <a:gdLst/>
            <a:ahLst/>
            <a:cxnLst/>
            <a:rect l="l" t="t" r="r" b="b"/>
            <a:pathLst>
              <a:path w="8695690" h="11430">
                <a:moveTo>
                  <a:pt x="8695682" y="11429"/>
                </a:moveTo>
                <a:lnTo>
                  <a:pt x="0" y="11429"/>
                </a:lnTo>
                <a:lnTo>
                  <a:pt x="0" y="0"/>
                </a:lnTo>
                <a:lnTo>
                  <a:pt x="8695682" y="0"/>
                </a:lnTo>
                <a:lnTo>
                  <a:pt x="8695682" y="11429"/>
                </a:lnTo>
                <a:close/>
              </a:path>
            </a:pathLst>
          </a:custGeom>
          <a:solidFill>
            <a:srgbClr val="189EE4"/>
          </a:solidFill>
        </p:spPr>
        <p:txBody>
          <a:bodyPr wrap="square" lIns="0" tIns="0" rIns="0" bIns="0" rtlCol="0"/>
          <a:lstStyle/>
          <a:p>
            <a:endParaRPr/>
          </a:p>
        </p:txBody>
      </p:sp>
      <p:sp>
        <p:nvSpPr>
          <p:cNvPr id="92" name="bg object 92"/>
          <p:cNvSpPr/>
          <p:nvPr/>
        </p:nvSpPr>
        <p:spPr>
          <a:xfrm>
            <a:off x="228599" y="1413507"/>
            <a:ext cx="8695690" cy="11430"/>
          </a:xfrm>
          <a:custGeom>
            <a:avLst/>
            <a:gdLst/>
            <a:ahLst/>
            <a:cxnLst/>
            <a:rect l="l" t="t" r="r" b="b"/>
            <a:pathLst>
              <a:path w="8695690" h="11430">
                <a:moveTo>
                  <a:pt x="8695682" y="11429"/>
                </a:moveTo>
                <a:lnTo>
                  <a:pt x="0" y="11429"/>
                </a:lnTo>
                <a:lnTo>
                  <a:pt x="0" y="0"/>
                </a:lnTo>
                <a:lnTo>
                  <a:pt x="8695682" y="0"/>
                </a:lnTo>
                <a:lnTo>
                  <a:pt x="8695682" y="11429"/>
                </a:lnTo>
                <a:close/>
              </a:path>
            </a:pathLst>
          </a:custGeom>
          <a:solidFill>
            <a:srgbClr val="179EE4"/>
          </a:solidFill>
        </p:spPr>
        <p:txBody>
          <a:bodyPr wrap="square" lIns="0" tIns="0" rIns="0" bIns="0" rtlCol="0"/>
          <a:lstStyle/>
          <a:p>
            <a:endParaRPr/>
          </a:p>
        </p:txBody>
      </p:sp>
      <p:sp>
        <p:nvSpPr>
          <p:cNvPr id="93" name="bg object 93"/>
          <p:cNvSpPr/>
          <p:nvPr/>
        </p:nvSpPr>
        <p:spPr>
          <a:xfrm>
            <a:off x="228599" y="1423667"/>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179CE4"/>
          </a:solidFill>
        </p:spPr>
        <p:txBody>
          <a:bodyPr wrap="square" lIns="0" tIns="0" rIns="0" bIns="0" rtlCol="0"/>
          <a:lstStyle/>
          <a:p>
            <a:endParaRPr/>
          </a:p>
        </p:txBody>
      </p:sp>
      <p:sp>
        <p:nvSpPr>
          <p:cNvPr id="94" name="bg object 94"/>
          <p:cNvSpPr/>
          <p:nvPr/>
        </p:nvSpPr>
        <p:spPr>
          <a:xfrm>
            <a:off x="228599" y="1435097"/>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159CE4"/>
          </a:solidFill>
        </p:spPr>
        <p:txBody>
          <a:bodyPr wrap="square" lIns="0" tIns="0" rIns="0" bIns="0" rtlCol="0"/>
          <a:lstStyle/>
          <a:p>
            <a:endParaRPr/>
          </a:p>
        </p:txBody>
      </p:sp>
      <p:sp>
        <p:nvSpPr>
          <p:cNvPr id="95" name="bg object 95"/>
          <p:cNvSpPr/>
          <p:nvPr/>
        </p:nvSpPr>
        <p:spPr>
          <a:xfrm>
            <a:off x="228587" y="1446529"/>
            <a:ext cx="8695690" cy="22860"/>
          </a:xfrm>
          <a:custGeom>
            <a:avLst/>
            <a:gdLst/>
            <a:ahLst/>
            <a:cxnLst/>
            <a:rect l="l" t="t" r="r" b="b"/>
            <a:pathLst>
              <a:path w="8695690" h="22859">
                <a:moveTo>
                  <a:pt x="8695690" y="0"/>
                </a:moveTo>
                <a:lnTo>
                  <a:pt x="0" y="0"/>
                </a:lnTo>
                <a:lnTo>
                  <a:pt x="0" y="11430"/>
                </a:lnTo>
                <a:lnTo>
                  <a:pt x="0" y="12700"/>
                </a:lnTo>
                <a:lnTo>
                  <a:pt x="0" y="22860"/>
                </a:lnTo>
                <a:lnTo>
                  <a:pt x="8695690" y="22860"/>
                </a:lnTo>
                <a:lnTo>
                  <a:pt x="8695690" y="12700"/>
                </a:lnTo>
                <a:lnTo>
                  <a:pt x="8695690" y="11430"/>
                </a:lnTo>
                <a:lnTo>
                  <a:pt x="8695690" y="0"/>
                </a:lnTo>
                <a:close/>
              </a:path>
            </a:pathLst>
          </a:custGeom>
          <a:solidFill>
            <a:srgbClr val="149CE4"/>
          </a:solidFill>
        </p:spPr>
        <p:txBody>
          <a:bodyPr wrap="square" lIns="0" tIns="0" rIns="0" bIns="0" rtlCol="0"/>
          <a:lstStyle/>
          <a:p>
            <a:endParaRPr/>
          </a:p>
        </p:txBody>
      </p:sp>
      <p:sp>
        <p:nvSpPr>
          <p:cNvPr id="96" name="bg object 96"/>
          <p:cNvSpPr/>
          <p:nvPr/>
        </p:nvSpPr>
        <p:spPr>
          <a:xfrm>
            <a:off x="228599" y="1468117"/>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129AE4"/>
          </a:solidFill>
        </p:spPr>
        <p:txBody>
          <a:bodyPr wrap="square" lIns="0" tIns="0" rIns="0" bIns="0" rtlCol="0"/>
          <a:lstStyle/>
          <a:p>
            <a:endParaRPr/>
          </a:p>
        </p:txBody>
      </p:sp>
      <p:sp>
        <p:nvSpPr>
          <p:cNvPr id="97" name="bg object 97"/>
          <p:cNvSpPr/>
          <p:nvPr/>
        </p:nvSpPr>
        <p:spPr>
          <a:xfrm>
            <a:off x="228587" y="1479549"/>
            <a:ext cx="8695690" cy="22860"/>
          </a:xfrm>
          <a:custGeom>
            <a:avLst/>
            <a:gdLst/>
            <a:ahLst/>
            <a:cxnLst/>
            <a:rect l="l" t="t" r="r" b="b"/>
            <a:pathLst>
              <a:path w="8695690" h="22859">
                <a:moveTo>
                  <a:pt x="8695690" y="0"/>
                </a:moveTo>
                <a:lnTo>
                  <a:pt x="0" y="0"/>
                </a:lnTo>
                <a:lnTo>
                  <a:pt x="0" y="11430"/>
                </a:lnTo>
                <a:lnTo>
                  <a:pt x="0" y="12700"/>
                </a:lnTo>
                <a:lnTo>
                  <a:pt x="0" y="22860"/>
                </a:lnTo>
                <a:lnTo>
                  <a:pt x="8695690" y="22860"/>
                </a:lnTo>
                <a:lnTo>
                  <a:pt x="8695690" y="12700"/>
                </a:lnTo>
                <a:lnTo>
                  <a:pt x="8695690" y="11430"/>
                </a:lnTo>
                <a:lnTo>
                  <a:pt x="8695690" y="0"/>
                </a:lnTo>
                <a:close/>
              </a:path>
            </a:pathLst>
          </a:custGeom>
          <a:solidFill>
            <a:srgbClr val="119AE2"/>
          </a:solidFill>
        </p:spPr>
        <p:txBody>
          <a:bodyPr wrap="square" lIns="0" tIns="0" rIns="0" bIns="0" rtlCol="0"/>
          <a:lstStyle/>
          <a:p>
            <a:endParaRPr/>
          </a:p>
        </p:txBody>
      </p:sp>
      <p:sp>
        <p:nvSpPr>
          <p:cNvPr id="98" name="bg object 98"/>
          <p:cNvSpPr/>
          <p:nvPr/>
        </p:nvSpPr>
        <p:spPr>
          <a:xfrm>
            <a:off x="228599" y="1502406"/>
            <a:ext cx="8695690" cy="11430"/>
          </a:xfrm>
          <a:custGeom>
            <a:avLst/>
            <a:gdLst/>
            <a:ahLst/>
            <a:cxnLst/>
            <a:rect l="l" t="t" r="r" b="b"/>
            <a:pathLst>
              <a:path w="8695690" h="11430">
                <a:moveTo>
                  <a:pt x="8695682" y="11429"/>
                </a:moveTo>
                <a:lnTo>
                  <a:pt x="0" y="11429"/>
                </a:lnTo>
                <a:lnTo>
                  <a:pt x="0" y="0"/>
                </a:lnTo>
                <a:lnTo>
                  <a:pt x="8695682" y="0"/>
                </a:lnTo>
                <a:lnTo>
                  <a:pt x="8695682" y="11429"/>
                </a:lnTo>
                <a:close/>
              </a:path>
            </a:pathLst>
          </a:custGeom>
          <a:solidFill>
            <a:srgbClr val="109AE2"/>
          </a:solidFill>
        </p:spPr>
        <p:txBody>
          <a:bodyPr wrap="square" lIns="0" tIns="0" rIns="0" bIns="0" rtlCol="0"/>
          <a:lstStyle/>
          <a:p>
            <a:endParaRPr/>
          </a:p>
        </p:txBody>
      </p:sp>
      <p:sp>
        <p:nvSpPr>
          <p:cNvPr id="99" name="bg object 99"/>
          <p:cNvSpPr/>
          <p:nvPr/>
        </p:nvSpPr>
        <p:spPr>
          <a:xfrm>
            <a:off x="228599" y="1512566"/>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0E99E2"/>
          </a:solidFill>
        </p:spPr>
        <p:txBody>
          <a:bodyPr wrap="square" lIns="0" tIns="0" rIns="0" bIns="0" rtlCol="0"/>
          <a:lstStyle/>
          <a:p>
            <a:endParaRPr/>
          </a:p>
        </p:txBody>
      </p:sp>
      <p:sp>
        <p:nvSpPr>
          <p:cNvPr id="100" name="bg object 100"/>
          <p:cNvSpPr/>
          <p:nvPr/>
        </p:nvSpPr>
        <p:spPr>
          <a:xfrm>
            <a:off x="228599" y="1523996"/>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0E99E1"/>
          </a:solidFill>
        </p:spPr>
        <p:txBody>
          <a:bodyPr wrap="square" lIns="0" tIns="0" rIns="0" bIns="0" rtlCol="0"/>
          <a:lstStyle/>
          <a:p>
            <a:endParaRPr/>
          </a:p>
        </p:txBody>
      </p:sp>
      <p:sp>
        <p:nvSpPr>
          <p:cNvPr id="101" name="bg object 101"/>
          <p:cNvSpPr/>
          <p:nvPr/>
        </p:nvSpPr>
        <p:spPr>
          <a:xfrm>
            <a:off x="228599" y="1535426"/>
            <a:ext cx="8695690" cy="11430"/>
          </a:xfrm>
          <a:custGeom>
            <a:avLst/>
            <a:gdLst/>
            <a:ahLst/>
            <a:cxnLst/>
            <a:rect l="l" t="t" r="r" b="b"/>
            <a:pathLst>
              <a:path w="8695690" h="11430">
                <a:moveTo>
                  <a:pt x="8695682" y="11429"/>
                </a:moveTo>
                <a:lnTo>
                  <a:pt x="0" y="11429"/>
                </a:lnTo>
                <a:lnTo>
                  <a:pt x="0" y="0"/>
                </a:lnTo>
                <a:lnTo>
                  <a:pt x="8695682" y="0"/>
                </a:lnTo>
                <a:lnTo>
                  <a:pt x="8695682" y="11429"/>
                </a:lnTo>
                <a:close/>
              </a:path>
            </a:pathLst>
          </a:custGeom>
          <a:solidFill>
            <a:srgbClr val="0D99E1"/>
          </a:solidFill>
        </p:spPr>
        <p:txBody>
          <a:bodyPr wrap="square" lIns="0" tIns="0" rIns="0" bIns="0" rtlCol="0"/>
          <a:lstStyle/>
          <a:p>
            <a:endParaRPr/>
          </a:p>
        </p:txBody>
      </p:sp>
      <p:sp>
        <p:nvSpPr>
          <p:cNvPr id="102" name="bg object 102"/>
          <p:cNvSpPr/>
          <p:nvPr/>
        </p:nvSpPr>
        <p:spPr>
          <a:xfrm>
            <a:off x="228599" y="1545586"/>
            <a:ext cx="8695690" cy="12700"/>
          </a:xfrm>
          <a:custGeom>
            <a:avLst/>
            <a:gdLst/>
            <a:ahLst/>
            <a:cxnLst/>
            <a:rect l="l" t="t" r="r" b="b"/>
            <a:pathLst>
              <a:path w="8695690" h="12700">
                <a:moveTo>
                  <a:pt x="8695682" y="12699"/>
                </a:moveTo>
                <a:lnTo>
                  <a:pt x="0" y="12699"/>
                </a:lnTo>
                <a:lnTo>
                  <a:pt x="0" y="0"/>
                </a:lnTo>
                <a:lnTo>
                  <a:pt x="8695682" y="0"/>
                </a:lnTo>
                <a:lnTo>
                  <a:pt x="8695682" y="12699"/>
                </a:lnTo>
                <a:close/>
              </a:path>
            </a:pathLst>
          </a:custGeom>
          <a:solidFill>
            <a:srgbClr val="0B99E1"/>
          </a:solidFill>
        </p:spPr>
        <p:txBody>
          <a:bodyPr wrap="square" lIns="0" tIns="0" rIns="0" bIns="0" rtlCol="0"/>
          <a:lstStyle/>
          <a:p>
            <a:endParaRPr/>
          </a:p>
        </p:txBody>
      </p:sp>
      <p:sp>
        <p:nvSpPr>
          <p:cNvPr id="103" name="bg object 103"/>
          <p:cNvSpPr/>
          <p:nvPr/>
        </p:nvSpPr>
        <p:spPr>
          <a:xfrm>
            <a:off x="228587" y="1557032"/>
            <a:ext cx="8695690" cy="12700"/>
          </a:xfrm>
          <a:custGeom>
            <a:avLst/>
            <a:gdLst/>
            <a:ahLst/>
            <a:cxnLst/>
            <a:rect l="l" t="t" r="r" b="b"/>
            <a:pathLst>
              <a:path w="8695690" h="12700">
                <a:moveTo>
                  <a:pt x="8695690" y="0"/>
                </a:moveTo>
                <a:lnTo>
                  <a:pt x="0" y="0"/>
                </a:lnTo>
                <a:lnTo>
                  <a:pt x="0" y="7620"/>
                </a:lnTo>
                <a:lnTo>
                  <a:pt x="355" y="7620"/>
                </a:lnTo>
                <a:lnTo>
                  <a:pt x="355" y="12700"/>
                </a:lnTo>
                <a:lnTo>
                  <a:pt x="8694941" y="12700"/>
                </a:lnTo>
                <a:lnTo>
                  <a:pt x="8694941" y="7620"/>
                </a:lnTo>
                <a:lnTo>
                  <a:pt x="8695690" y="7620"/>
                </a:lnTo>
                <a:lnTo>
                  <a:pt x="8695690" y="0"/>
                </a:lnTo>
                <a:close/>
              </a:path>
            </a:pathLst>
          </a:custGeom>
          <a:solidFill>
            <a:srgbClr val="0B97E1"/>
          </a:solidFill>
        </p:spPr>
        <p:txBody>
          <a:bodyPr wrap="square" lIns="0" tIns="0" rIns="0" bIns="0" rtlCol="0"/>
          <a:lstStyle/>
          <a:p>
            <a:endParaRPr/>
          </a:p>
        </p:txBody>
      </p:sp>
      <p:sp>
        <p:nvSpPr>
          <p:cNvPr id="104" name="bg object 104"/>
          <p:cNvSpPr/>
          <p:nvPr/>
        </p:nvSpPr>
        <p:spPr>
          <a:xfrm>
            <a:off x="229489" y="1568462"/>
            <a:ext cx="8693150" cy="11430"/>
          </a:xfrm>
          <a:custGeom>
            <a:avLst/>
            <a:gdLst/>
            <a:ahLst/>
            <a:cxnLst/>
            <a:rect l="l" t="t" r="r" b="b"/>
            <a:pathLst>
              <a:path w="8693150" h="11430">
                <a:moveTo>
                  <a:pt x="8692959" y="0"/>
                </a:moveTo>
                <a:lnTo>
                  <a:pt x="0" y="0"/>
                </a:lnTo>
                <a:lnTo>
                  <a:pt x="0" y="5080"/>
                </a:lnTo>
                <a:lnTo>
                  <a:pt x="1270" y="5080"/>
                </a:lnTo>
                <a:lnTo>
                  <a:pt x="1270" y="11430"/>
                </a:lnTo>
                <a:lnTo>
                  <a:pt x="8691308" y="11430"/>
                </a:lnTo>
                <a:lnTo>
                  <a:pt x="8691308" y="5080"/>
                </a:lnTo>
                <a:lnTo>
                  <a:pt x="8692959" y="5080"/>
                </a:lnTo>
                <a:lnTo>
                  <a:pt x="8692959" y="0"/>
                </a:lnTo>
                <a:close/>
              </a:path>
            </a:pathLst>
          </a:custGeom>
          <a:solidFill>
            <a:srgbClr val="0A97E1"/>
          </a:solidFill>
        </p:spPr>
        <p:txBody>
          <a:bodyPr wrap="square" lIns="0" tIns="0" rIns="0" bIns="0" rtlCol="0"/>
          <a:lstStyle/>
          <a:p>
            <a:endParaRPr/>
          </a:p>
        </p:txBody>
      </p:sp>
      <p:sp>
        <p:nvSpPr>
          <p:cNvPr id="105" name="bg object 105"/>
          <p:cNvSpPr/>
          <p:nvPr/>
        </p:nvSpPr>
        <p:spPr>
          <a:xfrm>
            <a:off x="232029" y="1579892"/>
            <a:ext cx="8688070" cy="22860"/>
          </a:xfrm>
          <a:custGeom>
            <a:avLst/>
            <a:gdLst/>
            <a:ahLst/>
            <a:cxnLst/>
            <a:rect l="l" t="t" r="r" b="b"/>
            <a:pathLst>
              <a:path w="8688070" h="22859">
                <a:moveTo>
                  <a:pt x="8687524" y="0"/>
                </a:moveTo>
                <a:lnTo>
                  <a:pt x="0" y="0"/>
                </a:lnTo>
                <a:lnTo>
                  <a:pt x="0" y="2540"/>
                </a:lnTo>
                <a:lnTo>
                  <a:pt x="2032" y="2540"/>
                </a:lnTo>
                <a:lnTo>
                  <a:pt x="2032" y="11430"/>
                </a:lnTo>
                <a:lnTo>
                  <a:pt x="3695" y="11430"/>
                </a:lnTo>
                <a:lnTo>
                  <a:pt x="4178" y="12687"/>
                </a:lnTo>
                <a:lnTo>
                  <a:pt x="9258" y="20307"/>
                </a:lnTo>
                <a:lnTo>
                  <a:pt x="10718" y="22847"/>
                </a:lnTo>
                <a:lnTo>
                  <a:pt x="8677719" y="22847"/>
                </a:lnTo>
                <a:lnTo>
                  <a:pt x="8679548" y="20307"/>
                </a:lnTo>
                <a:lnTo>
                  <a:pt x="8683346" y="12687"/>
                </a:lnTo>
                <a:lnTo>
                  <a:pt x="8683815" y="11430"/>
                </a:lnTo>
                <a:lnTo>
                  <a:pt x="8685466" y="11430"/>
                </a:lnTo>
                <a:lnTo>
                  <a:pt x="8685466" y="2540"/>
                </a:lnTo>
                <a:lnTo>
                  <a:pt x="8687524" y="2540"/>
                </a:lnTo>
                <a:lnTo>
                  <a:pt x="8687524" y="0"/>
                </a:lnTo>
                <a:close/>
              </a:path>
            </a:pathLst>
          </a:custGeom>
          <a:solidFill>
            <a:srgbClr val="0895E1"/>
          </a:solidFill>
        </p:spPr>
        <p:txBody>
          <a:bodyPr wrap="square" lIns="0" tIns="0" rIns="0" bIns="0" rtlCol="0"/>
          <a:lstStyle/>
          <a:p>
            <a:endParaRPr/>
          </a:p>
        </p:txBody>
      </p:sp>
      <p:sp>
        <p:nvSpPr>
          <p:cNvPr id="106" name="bg object 106"/>
          <p:cNvSpPr/>
          <p:nvPr/>
        </p:nvSpPr>
        <p:spPr>
          <a:xfrm>
            <a:off x="244182" y="1601482"/>
            <a:ext cx="8663940" cy="11430"/>
          </a:xfrm>
          <a:custGeom>
            <a:avLst/>
            <a:gdLst/>
            <a:ahLst/>
            <a:cxnLst/>
            <a:rect l="l" t="t" r="r" b="b"/>
            <a:pathLst>
              <a:path w="8663940" h="11430">
                <a:moveTo>
                  <a:pt x="8663737" y="0"/>
                </a:moveTo>
                <a:lnTo>
                  <a:pt x="0" y="0"/>
                </a:lnTo>
                <a:lnTo>
                  <a:pt x="0" y="7620"/>
                </a:lnTo>
                <a:lnTo>
                  <a:pt x="3810" y="7620"/>
                </a:lnTo>
                <a:lnTo>
                  <a:pt x="3810" y="11430"/>
                </a:lnTo>
                <a:lnTo>
                  <a:pt x="8659673" y="11430"/>
                </a:lnTo>
                <a:lnTo>
                  <a:pt x="8659673" y="7620"/>
                </a:lnTo>
                <a:lnTo>
                  <a:pt x="8663737" y="7620"/>
                </a:lnTo>
                <a:lnTo>
                  <a:pt x="8663737" y="0"/>
                </a:lnTo>
                <a:close/>
              </a:path>
            </a:pathLst>
          </a:custGeom>
          <a:solidFill>
            <a:srgbClr val="0795E1"/>
          </a:solidFill>
        </p:spPr>
        <p:txBody>
          <a:bodyPr wrap="square" lIns="0" tIns="0" rIns="0" bIns="0" rtlCol="0"/>
          <a:lstStyle/>
          <a:p>
            <a:endParaRPr/>
          </a:p>
        </p:txBody>
      </p:sp>
      <p:sp>
        <p:nvSpPr>
          <p:cNvPr id="107" name="bg object 107"/>
          <p:cNvSpPr/>
          <p:nvPr/>
        </p:nvSpPr>
        <p:spPr>
          <a:xfrm>
            <a:off x="249644" y="1612896"/>
            <a:ext cx="8653145" cy="11430"/>
          </a:xfrm>
          <a:custGeom>
            <a:avLst/>
            <a:gdLst/>
            <a:ahLst/>
            <a:cxnLst/>
            <a:rect l="l" t="t" r="r" b="b"/>
            <a:pathLst>
              <a:path w="8653145" h="11430">
                <a:moveTo>
                  <a:pt x="8642887" y="11429"/>
                </a:moveTo>
                <a:lnTo>
                  <a:pt x="9434" y="11429"/>
                </a:lnTo>
                <a:lnTo>
                  <a:pt x="4354" y="5079"/>
                </a:lnTo>
                <a:lnTo>
                  <a:pt x="0" y="0"/>
                </a:lnTo>
                <a:lnTo>
                  <a:pt x="8652862" y="0"/>
                </a:lnTo>
                <a:lnTo>
                  <a:pt x="8649237" y="5079"/>
                </a:lnTo>
                <a:lnTo>
                  <a:pt x="8642887" y="11429"/>
                </a:lnTo>
                <a:close/>
              </a:path>
            </a:pathLst>
          </a:custGeom>
          <a:solidFill>
            <a:srgbClr val="0595E1"/>
          </a:solidFill>
        </p:spPr>
        <p:txBody>
          <a:bodyPr wrap="square" lIns="0" tIns="0" rIns="0" bIns="0" rtlCol="0"/>
          <a:lstStyle/>
          <a:p>
            <a:endParaRPr/>
          </a:p>
        </p:txBody>
      </p:sp>
      <p:sp>
        <p:nvSpPr>
          <p:cNvPr id="108" name="bg object 108"/>
          <p:cNvSpPr/>
          <p:nvPr/>
        </p:nvSpPr>
        <p:spPr>
          <a:xfrm>
            <a:off x="258051" y="1623059"/>
            <a:ext cx="8636000" cy="24130"/>
          </a:xfrm>
          <a:custGeom>
            <a:avLst/>
            <a:gdLst/>
            <a:ahLst/>
            <a:cxnLst/>
            <a:rect l="l" t="t" r="r" b="b"/>
            <a:pathLst>
              <a:path w="8636000" h="24130">
                <a:moveTo>
                  <a:pt x="8635721" y="0"/>
                </a:moveTo>
                <a:lnTo>
                  <a:pt x="0" y="0"/>
                </a:lnTo>
                <a:lnTo>
                  <a:pt x="1016" y="1270"/>
                </a:lnTo>
                <a:lnTo>
                  <a:pt x="8636" y="8890"/>
                </a:lnTo>
                <a:lnTo>
                  <a:pt x="12192" y="11430"/>
                </a:lnTo>
                <a:lnTo>
                  <a:pt x="13970" y="12700"/>
                </a:lnTo>
                <a:lnTo>
                  <a:pt x="17526" y="15240"/>
                </a:lnTo>
                <a:lnTo>
                  <a:pt x="25146" y="20320"/>
                </a:lnTo>
                <a:lnTo>
                  <a:pt x="31813" y="24130"/>
                </a:lnTo>
                <a:lnTo>
                  <a:pt x="8603678" y="24130"/>
                </a:lnTo>
                <a:lnTo>
                  <a:pt x="8619223" y="15240"/>
                </a:lnTo>
                <a:lnTo>
                  <a:pt x="8622271" y="12700"/>
                </a:lnTo>
                <a:lnTo>
                  <a:pt x="8623795" y="11430"/>
                </a:lnTo>
                <a:lnTo>
                  <a:pt x="8626856" y="8890"/>
                </a:lnTo>
                <a:lnTo>
                  <a:pt x="8635721" y="0"/>
                </a:lnTo>
                <a:close/>
              </a:path>
            </a:pathLst>
          </a:custGeom>
          <a:solidFill>
            <a:srgbClr val="0493DF"/>
          </a:solidFill>
        </p:spPr>
        <p:txBody>
          <a:bodyPr wrap="square" lIns="0" tIns="0" rIns="0" bIns="0" rtlCol="0"/>
          <a:lstStyle/>
          <a:p>
            <a:endParaRPr/>
          </a:p>
        </p:txBody>
      </p:sp>
      <p:sp>
        <p:nvSpPr>
          <p:cNvPr id="109" name="bg object 109"/>
          <p:cNvSpPr/>
          <p:nvPr/>
        </p:nvSpPr>
        <p:spPr>
          <a:xfrm>
            <a:off x="287654" y="1645916"/>
            <a:ext cx="8576310" cy="10160"/>
          </a:xfrm>
          <a:custGeom>
            <a:avLst/>
            <a:gdLst/>
            <a:ahLst/>
            <a:cxnLst/>
            <a:rect l="l" t="t" r="r" b="b"/>
            <a:pathLst>
              <a:path w="8576310" h="10160">
                <a:moveTo>
                  <a:pt x="8543902" y="10157"/>
                </a:moveTo>
                <a:lnTo>
                  <a:pt x="32382" y="10157"/>
                </a:lnTo>
                <a:lnTo>
                  <a:pt x="22222" y="8887"/>
                </a:lnTo>
                <a:lnTo>
                  <a:pt x="13332" y="5077"/>
                </a:lnTo>
                <a:lnTo>
                  <a:pt x="4442" y="2537"/>
                </a:lnTo>
                <a:lnTo>
                  <a:pt x="0" y="0"/>
                </a:lnTo>
                <a:lnTo>
                  <a:pt x="8576277" y="0"/>
                </a:lnTo>
                <a:lnTo>
                  <a:pt x="8571852" y="2537"/>
                </a:lnTo>
                <a:lnTo>
                  <a:pt x="8564227" y="5077"/>
                </a:lnTo>
                <a:lnTo>
                  <a:pt x="8554077" y="8887"/>
                </a:lnTo>
                <a:lnTo>
                  <a:pt x="8543902" y="10157"/>
                </a:lnTo>
                <a:close/>
              </a:path>
            </a:pathLst>
          </a:custGeom>
          <a:solidFill>
            <a:srgbClr val="0293DF"/>
          </a:solidFill>
        </p:spPr>
        <p:txBody>
          <a:bodyPr wrap="square" lIns="0" tIns="0" rIns="0" bIns="0" rtlCol="0"/>
          <a:lstStyle/>
          <a:p>
            <a:endParaRPr/>
          </a:p>
        </p:txBody>
      </p:sp>
      <p:sp>
        <p:nvSpPr>
          <p:cNvPr id="110" name="bg object 110"/>
          <p:cNvSpPr/>
          <p:nvPr/>
        </p:nvSpPr>
        <p:spPr>
          <a:xfrm>
            <a:off x="6046462" y="859788"/>
            <a:ext cx="2877820" cy="713740"/>
          </a:xfrm>
          <a:custGeom>
            <a:avLst/>
            <a:gdLst/>
            <a:ahLst/>
            <a:cxnLst/>
            <a:rect l="l" t="t" r="r" b="b"/>
            <a:pathLst>
              <a:path w="2877820" h="713740">
                <a:moveTo>
                  <a:pt x="1394447" y="713738"/>
                </a:moveTo>
                <a:lnTo>
                  <a:pt x="1296672" y="713738"/>
                </a:lnTo>
                <a:lnTo>
                  <a:pt x="1197597" y="711198"/>
                </a:lnTo>
                <a:lnTo>
                  <a:pt x="1093472" y="709928"/>
                </a:lnTo>
                <a:lnTo>
                  <a:pt x="984248" y="704848"/>
                </a:lnTo>
                <a:lnTo>
                  <a:pt x="873748" y="698498"/>
                </a:lnTo>
                <a:lnTo>
                  <a:pt x="643873" y="680718"/>
                </a:lnTo>
                <a:lnTo>
                  <a:pt x="523223" y="666748"/>
                </a:lnTo>
                <a:lnTo>
                  <a:pt x="397499" y="654048"/>
                </a:lnTo>
                <a:lnTo>
                  <a:pt x="138424" y="619758"/>
                </a:lnTo>
                <a:lnTo>
                  <a:pt x="0" y="599438"/>
                </a:lnTo>
                <a:lnTo>
                  <a:pt x="200649" y="566418"/>
                </a:lnTo>
                <a:lnTo>
                  <a:pt x="621023" y="488949"/>
                </a:lnTo>
                <a:lnTo>
                  <a:pt x="841998" y="443229"/>
                </a:lnTo>
                <a:lnTo>
                  <a:pt x="1314447" y="339089"/>
                </a:lnTo>
                <a:lnTo>
                  <a:pt x="1564621" y="280669"/>
                </a:lnTo>
                <a:lnTo>
                  <a:pt x="1822446" y="215899"/>
                </a:lnTo>
                <a:lnTo>
                  <a:pt x="1964671" y="182879"/>
                </a:lnTo>
                <a:lnTo>
                  <a:pt x="2103120" y="148589"/>
                </a:lnTo>
                <a:lnTo>
                  <a:pt x="2371070" y="91439"/>
                </a:lnTo>
                <a:lnTo>
                  <a:pt x="2749544" y="19049"/>
                </a:lnTo>
                <a:lnTo>
                  <a:pt x="2870194" y="0"/>
                </a:lnTo>
                <a:lnTo>
                  <a:pt x="2877819" y="0"/>
                </a:lnTo>
                <a:lnTo>
                  <a:pt x="2877819" y="433069"/>
                </a:lnTo>
                <a:lnTo>
                  <a:pt x="2872719" y="434339"/>
                </a:lnTo>
                <a:lnTo>
                  <a:pt x="2755894" y="481329"/>
                </a:lnTo>
                <a:lnTo>
                  <a:pt x="2633969" y="525778"/>
                </a:lnTo>
                <a:lnTo>
                  <a:pt x="2506969" y="566418"/>
                </a:lnTo>
                <a:lnTo>
                  <a:pt x="2373620" y="601978"/>
                </a:lnTo>
                <a:lnTo>
                  <a:pt x="2302495" y="618488"/>
                </a:lnTo>
                <a:lnTo>
                  <a:pt x="2232645" y="633728"/>
                </a:lnTo>
                <a:lnTo>
                  <a:pt x="2157720" y="646428"/>
                </a:lnTo>
                <a:lnTo>
                  <a:pt x="2084070" y="660398"/>
                </a:lnTo>
                <a:lnTo>
                  <a:pt x="1926571" y="683258"/>
                </a:lnTo>
                <a:lnTo>
                  <a:pt x="1760221" y="698498"/>
                </a:lnTo>
                <a:lnTo>
                  <a:pt x="1673846" y="704848"/>
                </a:lnTo>
                <a:lnTo>
                  <a:pt x="1584946" y="709928"/>
                </a:lnTo>
                <a:lnTo>
                  <a:pt x="1490971" y="711198"/>
                </a:lnTo>
                <a:lnTo>
                  <a:pt x="1394447" y="713738"/>
                </a:lnTo>
                <a:close/>
              </a:path>
            </a:pathLst>
          </a:custGeom>
          <a:solidFill>
            <a:srgbClr val="C4E6FB">
              <a:alpha val="28627"/>
            </a:srgbClr>
          </a:solidFill>
        </p:spPr>
        <p:txBody>
          <a:bodyPr wrap="square" lIns="0" tIns="0" rIns="0" bIns="0" rtlCol="0"/>
          <a:lstStyle/>
          <a:p>
            <a:endParaRPr/>
          </a:p>
        </p:txBody>
      </p:sp>
      <p:sp>
        <p:nvSpPr>
          <p:cNvPr id="111" name="bg object 111"/>
          <p:cNvSpPr/>
          <p:nvPr/>
        </p:nvSpPr>
        <p:spPr>
          <a:xfrm>
            <a:off x="2618744" y="730248"/>
            <a:ext cx="5544820" cy="850900"/>
          </a:xfrm>
          <a:custGeom>
            <a:avLst/>
            <a:gdLst/>
            <a:ahLst/>
            <a:cxnLst/>
            <a:rect l="l" t="t" r="r" b="b"/>
            <a:pathLst>
              <a:path w="5544820" h="850900">
                <a:moveTo>
                  <a:pt x="4857740" y="850898"/>
                </a:moveTo>
                <a:lnTo>
                  <a:pt x="4660890" y="850898"/>
                </a:lnTo>
                <a:lnTo>
                  <a:pt x="4555465" y="847088"/>
                </a:lnTo>
                <a:lnTo>
                  <a:pt x="4447516" y="842008"/>
                </a:lnTo>
                <a:lnTo>
                  <a:pt x="4337041" y="835658"/>
                </a:lnTo>
                <a:lnTo>
                  <a:pt x="4107166" y="817878"/>
                </a:lnTo>
                <a:lnTo>
                  <a:pt x="3986516" y="806448"/>
                </a:lnTo>
                <a:lnTo>
                  <a:pt x="3465818" y="739138"/>
                </a:lnTo>
                <a:lnTo>
                  <a:pt x="3324843" y="717548"/>
                </a:lnTo>
                <a:lnTo>
                  <a:pt x="3180068" y="692148"/>
                </a:lnTo>
                <a:lnTo>
                  <a:pt x="3031468" y="668018"/>
                </a:lnTo>
                <a:lnTo>
                  <a:pt x="2879069" y="638808"/>
                </a:lnTo>
                <a:lnTo>
                  <a:pt x="2722869" y="607058"/>
                </a:lnTo>
                <a:lnTo>
                  <a:pt x="2559044" y="576578"/>
                </a:lnTo>
                <a:lnTo>
                  <a:pt x="1866896" y="421639"/>
                </a:lnTo>
                <a:lnTo>
                  <a:pt x="1281422" y="279399"/>
                </a:lnTo>
                <a:lnTo>
                  <a:pt x="1078222" y="234949"/>
                </a:lnTo>
                <a:lnTo>
                  <a:pt x="693398" y="156209"/>
                </a:lnTo>
                <a:lnTo>
                  <a:pt x="333999" y="96519"/>
                </a:lnTo>
                <a:lnTo>
                  <a:pt x="163824" y="73659"/>
                </a:lnTo>
                <a:lnTo>
                  <a:pt x="0" y="53339"/>
                </a:lnTo>
                <a:lnTo>
                  <a:pt x="116824" y="35559"/>
                </a:lnTo>
                <a:lnTo>
                  <a:pt x="243824" y="22859"/>
                </a:lnTo>
                <a:lnTo>
                  <a:pt x="380999" y="11429"/>
                </a:lnTo>
                <a:lnTo>
                  <a:pt x="527048" y="5079"/>
                </a:lnTo>
                <a:lnTo>
                  <a:pt x="684523" y="0"/>
                </a:lnTo>
                <a:lnTo>
                  <a:pt x="852148" y="0"/>
                </a:lnTo>
                <a:lnTo>
                  <a:pt x="1031222" y="5079"/>
                </a:lnTo>
                <a:lnTo>
                  <a:pt x="1220447" y="15239"/>
                </a:lnTo>
                <a:lnTo>
                  <a:pt x="1628121" y="50799"/>
                </a:lnTo>
                <a:lnTo>
                  <a:pt x="1965946" y="96519"/>
                </a:lnTo>
                <a:lnTo>
                  <a:pt x="2082795" y="114299"/>
                </a:lnTo>
                <a:lnTo>
                  <a:pt x="2327895" y="156209"/>
                </a:lnTo>
                <a:lnTo>
                  <a:pt x="2583169" y="205739"/>
                </a:lnTo>
                <a:lnTo>
                  <a:pt x="2851144" y="264159"/>
                </a:lnTo>
                <a:lnTo>
                  <a:pt x="3835392" y="497838"/>
                </a:lnTo>
                <a:lnTo>
                  <a:pt x="4160491" y="567688"/>
                </a:lnTo>
                <a:lnTo>
                  <a:pt x="4469115" y="629918"/>
                </a:lnTo>
                <a:lnTo>
                  <a:pt x="5036789" y="727708"/>
                </a:lnTo>
                <a:lnTo>
                  <a:pt x="5298414" y="765808"/>
                </a:lnTo>
                <a:lnTo>
                  <a:pt x="5544788" y="797558"/>
                </a:lnTo>
                <a:lnTo>
                  <a:pt x="5468588" y="808988"/>
                </a:lnTo>
                <a:lnTo>
                  <a:pt x="5222214" y="835658"/>
                </a:lnTo>
                <a:lnTo>
                  <a:pt x="5134589" y="842008"/>
                </a:lnTo>
                <a:lnTo>
                  <a:pt x="5045689" y="847088"/>
                </a:lnTo>
                <a:lnTo>
                  <a:pt x="4954240" y="848358"/>
                </a:lnTo>
                <a:lnTo>
                  <a:pt x="4857740" y="850898"/>
                </a:lnTo>
                <a:close/>
              </a:path>
            </a:pathLst>
          </a:custGeom>
          <a:solidFill>
            <a:srgbClr val="C4E6FB">
              <a:alpha val="39607"/>
            </a:srgbClr>
          </a:solidFill>
        </p:spPr>
        <p:txBody>
          <a:bodyPr wrap="square" lIns="0" tIns="0" rIns="0" bIns="0" rtlCol="0"/>
          <a:lstStyle/>
          <a:p>
            <a:endParaRPr/>
          </a:p>
        </p:txBody>
      </p:sp>
      <p:sp>
        <p:nvSpPr>
          <p:cNvPr id="112" name="bg object 112"/>
          <p:cNvSpPr/>
          <p:nvPr/>
        </p:nvSpPr>
        <p:spPr>
          <a:xfrm>
            <a:off x="2828294" y="742948"/>
            <a:ext cx="5467350" cy="774700"/>
          </a:xfrm>
          <a:custGeom>
            <a:avLst/>
            <a:gdLst/>
            <a:ahLst/>
            <a:cxnLst/>
            <a:rect l="l" t="t" r="r" b="b"/>
            <a:pathLst>
              <a:path w="5467350" h="774700">
                <a:moveTo>
                  <a:pt x="0" y="78739"/>
                </a:moveTo>
                <a:lnTo>
                  <a:pt x="76199" y="62229"/>
                </a:lnTo>
                <a:lnTo>
                  <a:pt x="173974" y="46989"/>
                </a:lnTo>
                <a:lnTo>
                  <a:pt x="237474" y="38099"/>
                </a:lnTo>
                <a:lnTo>
                  <a:pt x="312399" y="29209"/>
                </a:lnTo>
                <a:lnTo>
                  <a:pt x="394949" y="22859"/>
                </a:lnTo>
                <a:lnTo>
                  <a:pt x="490199" y="15239"/>
                </a:lnTo>
                <a:lnTo>
                  <a:pt x="594348" y="8889"/>
                </a:lnTo>
                <a:lnTo>
                  <a:pt x="711198" y="3809"/>
                </a:lnTo>
                <a:lnTo>
                  <a:pt x="839448" y="2539"/>
                </a:lnTo>
                <a:lnTo>
                  <a:pt x="977898" y="0"/>
                </a:lnTo>
                <a:lnTo>
                  <a:pt x="1126472" y="2539"/>
                </a:lnTo>
                <a:lnTo>
                  <a:pt x="1285222" y="6349"/>
                </a:lnTo>
                <a:lnTo>
                  <a:pt x="1457947" y="15239"/>
                </a:lnTo>
                <a:lnTo>
                  <a:pt x="1640821" y="26669"/>
                </a:lnTo>
                <a:lnTo>
                  <a:pt x="1833871" y="44449"/>
                </a:lnTo>
                <a:lnTo>
                  <a:pt x="2040870" y="64769"/>
                </a:lnTo>
                <a:lnTo>
                  <a:pt x="2259320" y="88899"/>
                </a:lnTo>
                <a:lnTo>
                  <a:pt x="2489194" y="118109"/>
                </a:lnTo>
                <a:lnTo>
                  <a:pt x="2731744" y="153669"/>
                </a:lnTo>
                <a:lnTo>
                  <a:pt x="2984493" y="194309"/>
                </a:lnTo>
                <a:lnTo>
                  <a:pt x="3249918" y="241299"/>
                </a:lnTo>
                <a:lnTo>
                  <a:pt x="3528042" y="297179"/>
                </a:lnTo>
                <a:lnTo>
                  <a:pt x="3820142" y="356869"/>
                </a:lnTo>
                <a:lnTo>
                  <a:pt x="4123666" y="424179"/>
                </a:lnTo>
                <a:lnTo>
                  <a:pt x="4441166" y="500378"/>
                </a:lnTo>
                <a:lnTo>
                  <a:pt x="4770090" y="582928"/>
                </a:lnTo>
                <a:lnTo>
                  <a:pt x="5112989" y="674368"/>
                </a:lnTo>
                <a:lnTo>
                  <a:pt x="5467338" y="774698"/>
                </a:lnTo>
              </a:path>
            </a:pathLst>
          </a:custGeom>
          <a:ln w="9524">
            <a:solidFill>
              <a:srgbClr val="FFFFFF"/>
            </a:solidFill>
          </a:ln>
        </p:spPr>
        <p:txBody>
          <a:bodyPr wrap="square" lIns="0" tIns="0" rIns="0" bIns="0" rtlCol="0"/>
          <a:lstStyle/>
          <a:p>
            <a:endParaRPr/>
          </a:p>
        </p:txBody>
      </p:sp>
      <p:sp>
        <p:nvSpPr>
          <p:cNvPr id="113" name="bg object 113"/>
          <p:cNvSpPr/>
          <p:nvPr/>
        </p:nvSpPr>
        <p:spPr>
          <a:xfrm>
            <a:off x="2823527" y="738187"/>
            <a:ext cx="5476875" cy="784225"/>
          </a:xfrm>
          <a:custGeom>
            <a:avLst/>
            <a:gdLst/>
            <a:ahLst/>
            <a:cxnLst/>
            <a:rect l="l" t="t" r="r" b="b"/>
            <a:pathLst>
              <a:path w="5476875" h="784225">
                <a:moveTo>
                  <a:pt x="9525" y="4762"/>
                </a:moveTo>
                <a:lnTo>
                  <a:pt x="8128" y="1397"/>
                </a:lnTo>
                <a:lnTo>
                  <a:pt x="4762" y="0"/>
                </a:lnTo>
                <a:lnTo>
                  <a:pt x="1397" y="1397"/>
                </a:lnTo>
                <a:lnTo>
                  <a:pt x="0" y="4762"/>
                </a:lnTo>
                <a:lnTo>
                  <a:pt x="1397" y="8140"/>
                </a:lnTo>
                <a:lnTo>
                  <a:pt x="4762" y="9525"/>
                </a:lnTo>
                <a:lnTo>
                  <a:pt x="8128" y="8140"/>
                </a:lnTo>
                <a:lnTo>
                  <a:pt x="9525" y="4762"/>
                </a:lnTo>
                <a:close/>
              </a:path>
              <a:path w="5476875" h="784225">
                <a:moveTo>
                  <a:pt x="5476862" y="779462"/>
                </a:moveTo>
                <a:lnTo>
                  <a:pt x="5475465" y="776097"/>
                </a:lnTo>
                <a:lnTo>
                  <a:pt x="5472100" y="774700"/>
                </a:lnTo>
                <a:lnTo>
                  <a:pt x="5468734" y="776097"/>
                </a:lnTo>
                <a:lnTo>
                  <a:pt x="5467337" y="779462"/>
                </a:lnTo>
                <a:lnTo>
                  <a:pt x="5468734" y="782828"/>
                </a:lnTo>
                <a:lnTo>
                  <a:pt x="5472100" y="784225"/>
                </a:lnTo>
                <a:lnTo>
                  <a:pt x="5475465" y="782828"/>
                </a:lnTo>
                <a:lnTo>
                  <a:pt x="5476862" y="779462"/>
                </a:lnTo>
                <a:close/>
              </a:path>
            </a:pathLst>
          </a:custGeom>
          <a:solidFill>
            <a:srgbClr val="FFFFFF"/>
          </a:solidFill>
        </p:spPr>
        <p:txBody>
          <a:bodyPr wrap="square" lIns="0" tIns="0" rIns="0" bIns="0" rtlCol="0"/>
          <a:lstStyle/>
          <a:p>
            <a:endParaRPr/>
          </a:p>
        </p:txBody>
      </p:sp>
      <p:sp>
        <p:nvSpPr>
          <p:cNvPr id="114" name="bg object 114"/>
          <p:cNvSpPr/>
          <p:nvPr/>
        </p:nvSpPr>
        <p:spPr>
          <a:xfrm>
            <a:off x="5608313" y="728978"/>
            <a:ext cx="3308350" cy="652780"/>
          </a:xfrm>
          <a:custGeom>
            <a:avLst/>
            <a:gdLst/>
            <a:ahLst/>
            <a:cxnLst/>
            <a:rect l="l" t="t" r="r" b="b"/>
            <a:pathLst>
              <a:path w="3308350" h="652780">
                <a:moveTo>
                  <a:pt x="0" y="652778"/>
                </a:moveTo>
                <a:lnTo>
                  <a:pt x="95249" y="626108"/>
                </a:lnTo>
                <a:lnTo>
                  <a:pt x="356874" y="556258"/>
                </a:lnTo>
                <a:lnTo>
                  <a:pt x="538473" y="509268"/>
                </a:lnTo>
                <a:lnTo>
                  <a:pt x="746748" y="458469"/>
                </a:lnTo>
                <a:lnTo>
                  <a:pt x="977898" y="402589"/>
                </a:lnTo>
                <a:lnTo>
                  <a:pt x="1226822" y="341629"/>
                </a:lnTo>
                <a:lnTo>
                  <a:pt x="1490971" y="284479"/>
                </a:lnTo>
                <a:lnTo>
                  <a:pt x="1760221" y="226059"/>
                </a:lnTo>
                <a:lnTo>
                  <a:pt x="2037070" y="172719"/>
                </a:lnTo>
                <a:lnTo>
                  <a:pt x="2311395" y="120649"/>
                </a:lnTo>
                <a:lnTo>
                  <a:pt x="2447270" y="99059"/>
                </a:lnTo>
                <a:lnTo>
                  <a:pt x="2579369" y="76199"/>
                </a:lnTo>
                <a:lnTo>
                  <a:pt x="2711444" y="58419"/>
                </a:lnTo>
                <a:lnTo>
                  <a:pt x="2838444" y="40639"/>
                </a:lnTo>
                <a:lnTo>
                  <a:pt x="2964169" y="26669"/>
                </a:lnTo>
                <a:lnTo>
                  <a:pt x="3082268" y="15239"/>
                </a:lnTo>
                <a:lnTo>
                  <a:pt x="3197843" y="6349"/>
                </a:lnTo>
                <a:lnTo>
                  <a:pt x="3308343" y="0"/>
                </a:lnTo>
              </a:path>
            </a:pathLst>
          </a:custGeom>
          <a:ln w="9524">
            <a:solidFill>
              <a:srgbClr val="FFFFFF"/>
            </a:solidFill>
          </a:ln>
        </p:spPr>
        <p:txBody>
          <a:bodyPr wrap="square" lIns="0" tIns="0" rIns="0" bIns="0" rtlCol="0"/>
          <a:lstStyle/>
          <a:p>
            <a:endParaRPr/>
          </a:p>
        </p:txBody>
      </p:sp>
      <p:sp>
        <p:nvSpPr>
          <p:cNvPr id="115" name="bg object 115"/>
          <p:cNvSpPr/>
          <p:nvPr/>
        </p:nvSpPr>
        <p:spPr>
          <a:xfrm>
            <a:off x="8911894" y="1376994"/>
            <a:ext cx="9525" cy="9525"/>
          </a:xfrm>
          <a:custGeom>
            <a:avLst/>
            <a:gdLst/>
            <a:ahLst/>
            <a:cxnLst/>
            <a:rect l="l" t="t" r="r" b="b"/>
            <a:pathLst>
              <a:path w="9525" h="9525">
                <a:moveTo>
                  <a:pt x="0" y="4762"/>
                </a:moveTo>
                <a:lnTo>
                  <a:pt x="1394" y="8130"/>
                </a:lnTo>
                <a:lnTo>
                  <a:pt x="4762" y="9524"/>
                </a:lnTo>
                <a:lnTo>
                  <a:pt x="8129" y="8130"/>
                </a:lnTo>
                <a:lnTo>
                  <a:pt x="9524" y="4762"/>
                </a:lnTo>
                <a:lnTo>
                  <a:pt x="8129" y="1394"/>
                </a:lnTo>
                <a:lnTo>
                  <a:pt x="4762" y="0"/>
                </a:lnTo>
                <a:lnTo>
                  <a:pt x="1394" y="1394"/>
                </a:lnTo>
                <a:lnTo>
                  <a:pt x="0" y="4762"/>
                </a:lnTo>
                <a:close/>
              </a:path>
            </a:pathLst>
          </a:custGeom>
          <a:solidFill>
            <a:srgbClr val="FFFFFF"/>
          </a:solidFill>
        </p:spPr>
        <p:txBody>
          <a:bodyPr wrap="square" lIns="0" tIns="0" rIns="0" bIns="0" rtlCol="0"/>
          <a:lstStyle/>
          <a:p>
            <a:endParaRPr/>
          </a:p>
        </p:txBody>
      </p:sp>
      <p:sp>
        <p:nvSpPr>
          <p:cNvPr id="2" name="Holder 2"/>
          <p:cNvSpPr>
            <a:spLocks noGrp="1"/>
          </p:cNvSpPr>
          <p:nvPr>
            <p:ph type="title"/>
          </p:nvPr>
        </p:nvSpPr>
        <p:spPr>
          <a:xfrm>
            <a:off x="219710" y="539281"/>
            <a:ext cx="8704579" cy="853440"/>
          </a:xfrm>
          <a:prstGeom prst="rect">
            <a:avLst/>
          </a:prstGeom>
        </p:spPr>
        <p:txBody>
          <a:bodyPr wrap="square" lIns="0" tIns="0" rIns="0" bIns="0">
            <a:spAutoFit/>
          </a:bodyPr>
          <a:lstStyle>
            <a:lvl1pPr>
              <a:defRPr sz="3200" b="1" i="0">
                <a:solidFill>
                  <a:schemeClr val="tx1"/>
                </a:solidFill>
                <a:latin typeface="Arial"/>
                <a:cs typeface="Arial"/>
              </a:defRPr>
            </a:lvl1pPr>
          </a:lstStyle>
          <a:p>
            <a:endParaRPr/>
          </a:p>
        </p:txBody>
      </p:sp>
      <p:sp>
        <p:nvSpPr>
          <p:cNvPr id="3" name="Holder 3"/>
          <p:cNvSpPr>
            <a:spLocks noGrp="1"/>
          </p:cNvSpPr>
          <p:nvPr>
            <p:ph type="body" idx="1"/>
          </p:nvPr>
        </p:nvSpPr>
        <p:spPr>
          <a:xfrm>
            <a:off x="4649457" y="3163947"/>
            <a:ext cx="3859529" cy="1397000"/>
          </a:xfrm>
          <a:prstGeom prst="rect">
            <a:avLst/>
          </a:prstGeom>
        </p:spPr>
        <p:txBody>
          <a:bodyPr wrap="square" lIns="0" tIns="0" rIns="0" bIns="0">
            <a:spAutoFit/>
          </a:bodyPr>
          <a:lstStyle>
            <a:lvl1pPr>
              <a:defRPr sz="1800" b="1" i="0">
                <a:solidFill>
                  <a:schemeClr val="tx1"/>
                </a:solidFill>
                <a:latin typeface="Arial"/>
                <a:cs typeface="Arial"/>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6/4/2026</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microsoft.com/office/2018/10/relationships/comments" Target="../comments/modernComment_100_0.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61295" y="-36857"/>
            <a:ext cx="9305295" cy="6857986"/>
            <a:chOff x="-161295" y="-36857"/>
            <a:chExt cx="9305295" cy="6857986"/>
          </a:xfrm>
        </p:grpSpPr>
        <p:pic>
          <p:nvPicPr>
            <p:cNvPr id="3" name="object 3"/>
            <p:cNvPicPr/>
            <p:nvPr/>
          </p:nvPicPr>
          <p:blipFill>
            <a:blip r:embed="rId3" cstate="print"/>
            <a:stretch>
              <a:fillRect/>
            </a:stretch>
          </p:blipFill>
          <p:spPr>
            <a:xfrm>
              <a:off x="-161295" y="-36857"/>
              <a:ext cx="9305295" cy="6857986"/>
            </a:xfrm>
            <a:prstGeom prst="rect">
              <a:avLst/>
            </a:prstGeom>
          </p:spPr>
        </p:pic>
        <p:sp>
          <p:nvSpPr>
            <p:cNvPr id="4" name="object 4"/>
            <p:cNvSpPr/>
            <p:nvPr/>
          </p:nvSpPr>
          <p:spPr>
            <a:xfrm>
              <a:off x="7692384" y="3012443"/>
              <a:ext cx="167640" cy="1517650"/>
            </a:xfrm>
            <a:custGeom>
              <a:avLst/>
              <a:gdLst/>
              <a:ahLst/>
              <a:cxnLst/>
              <a:rect l="l" t="t" r="r" b="b"/>
              <a:pathLst>
                <a:path w="167640" h="1517650">
                  <a:moveTo>
                    <a:pt x="167624" y="1517646"/>
                  </a:moveTo>
                  <a:lnTo>
                    <a:pt x="0" y="1517646"/>
                  </a:lnTo>
                  <a:lnTo>
                    <a:pt x="0" y="0"/>
                  </a:lnTo>
                  <a:lnTo>
                    <a:pt x="167624" y="0"/>
                  </a:lnTo>
                  <a:lnTo>
                    <a:pt x="167624" y="1517646"/>
                  </a:lnTo>
                  <a:close/>
                </a:path>
              </a:pathLst>
            </a:custGeom>
            <a:solidFill>
              <a:srgbClr val="DAEFFF"/>
            </a:solidFill>
          </p:spPr>
          <p:txBody>
            <a:bodyPr wrap="square" lIns="0" tIns="0" rIns="0" bIns="0" rtlCol="0"/>
            <a:lstStyle/>
            <a:p>
              <a:endParaRPr/>
            </a:p>
          </p:txBody>
        </p:sp>
        <p:sp>
          <p:nvSpPr>
            <p:cNvPr id="5" name="object 5"/>
            <p:cNvSpPr/>
            <p:nvPr/>
          </p:nvSpPr>
          <p:spPr>
            <a:xfrm>
              <a:off x="7532357" y="3012452"/>
              <a:ext cx="167640" cy="1517650"/>
            </a:xfrm>
            <a:custGeom>
              <a:avLst/>
              <a:gdLst/>
              <a:ahLst/>
              <a:cxnLst/>
              <a:rect l="l" t="t" r="r" b="b"/>
              <a:pathLst>
                <a:path w="167640" h="1517650">
                  <a:moveTo>
                    <a:pt x="167627" y="0"/>
                  </a:moveTo>
                  <a:lnTo>
                    <a:pt x="87617" y="0"/>
                  </a:lnTo>
                  <a:lnTo>
                    <a:pt x="79997" y="0"/>
                  </a:lnTo>
                  <a:lnTo>
                    <a:pt x="0" y="0"/>
                  </a:lnTo>
                  <a:lnTo>
                    <a:pt x="0" y="1517650"/>
                  </a:lnTo>
                  <a:lnTo>
                    <a:pt x="79997" y="1517650"/>
                  </a:lnTo>
                  <a:lnTo>
                    <a:pt x="87617" y="1517650"/>
                  </a:lnTo>
                  <a:lnTo>
                    <a:pt x="167627" y="1517650"/>
                  </a:lnTo>
                  <a:lnTo>
                    <a:pt x="167627" y="0"/>
                  </a:lnTo>
                  <a:close/>
                </a:path>
              </a:pathLst>
            </a:custGeom>
            <a:solidFill>
              <a:srgbClr val="D8EFFF"/>
            </a:solidFill>
          </p:spPr>
          <p:txBody>
            <a:bodyPr wrap="square" lIns="0" tIns="0" rIns="0" bIns="0" rtlCol="0"/>
            <a:lstStyle/>
            <a:p>
              <a:endParaRPr/>
            </a:p>
          </p:txBody>
        </p:sp>
        <p:sp>
          <p:nvSpPr>
            <p:cNvPr id="6" name="object 6"/>
            <p:cNvSpPr/>
            <p:nvPr/>
          </p:nvSpPr>
          <p:spPr>
            <a:xfrm>
              <a:off x="7371054" y="3012452"/>
              <a:ext cx="169545" cy="1517650"/>
            </a:xfrm>
            <a:custGeom>
              <a:avLst/>
              <a:gdLst/>
              <a:ahLst/>
              <a:cxnLst/>
              <a:rect l="l" t="t" r="r" b="b"/>
              <a:pathLst>
                <a:path w="169545" h="1517650">
                  <a:moveTo>
                    <a:pt x="168922" y="0"/>
                  </a:moveTo>
                  <a:lnTo>
                    <a:pt x="88900" y="0"/>
                  </a:lnTo>
                  <a:lnTo>
                    <a:pt x="80022" y="0"/>
                  </a:lnTo>
                  <a:lnTo>
                    <a:pt x="0" y="0"/>
                  </a:lnTo>
                  <a:lnTo>
                    <a:pt x="0" y="1517650"/>
                  </a:lnTo>
                  <a:lnTo>
                    <a:pt x="80022" y="1517650"/>
                  </a:lnTo>
                  <a:lnTo>
                    <a:pt x="88900" y="1517650"/>
                  </a:lnTo>
                  <a:lnTo>
                    <a:pt x="168922" y="1517650"/>
                  </a:lnTo>
                  <a:lnTo>
                    <a:pt x="168922" y="0"/>
                  </a:lnTo>
                  <a:close/>
                </a:path>
              </a:pathLst>
            </a:custGeom>
            <a:solidFill>
              <a:srgbClr val="D6EDFF"/>
            </a:solidFill>
          </p:spPr>
          <p:txBody>
            <a:bodyPr wrap="square" lIns="0" tIns="0" rIns="0" bIns="0" rtlCol="0"/>
            <a:lstStyle/>
            <a:p>
              <a:endParaRPr/>
            </a:p>
          </p:txBody>
        </p:sp>
        <p:sp>
          <p:nvSpPr>
            <p:cNvPr id="7" name="object 7"/>
            <p:cNvSpPr/>
            <p:nvPr/>
          </p:nvSpPr>
          <p:spPr>
            <a:xfrm>
              <a:off x="7211035" y="3012452"/>
              <a:ext cx="167640" cy="1517650"/>
            </a:xfrm>
            <a:custGeom>
              <a:avLst/>
              <a:gdLst/>
              <a:ahLst/>
              <a:cxnLst/>
              <a:rect l="l" t="t" r="r" b="b"/>
              <a:pathLst>
                <a:path w="167640" h="1517650">
                  <a:moveTo>
                    <a:pt x="167640" y="0"/>
                  </a:moveTo>
                  <a:lnTo>
                    <a:pt x="88900" y="0"/>
                  </a:lnTo>
                  <a:lnTo>
                    <a:pt x="80022" y="0"/>
                  </a:lnTo>
                  <a:lnTo>
                    <a:pt x="0" y="0"/>
                  </a:lnTo>
                  <a:lnTo>
                    <a:pt x="0" y="1517650"/>
                  </a:lnTo>
                  <a:lnTo>
                    <a:pt x="80022" y="1517650"/>
                  </a:lnTo>
                  <a:lnTo>
                    <a:pt x="88900" y="1517650"/>
                  </a:lnTo>
                  <a:lnTo>
                    <a:pt x="167640" y="1517650"/>
                  </a:lnTo>
                  <a:lnTo>
                    <a:pt x="167640" y="0"/>
                  </a:lnTo>
                  <a:close/>
                </a:path>
              </a:pathLst>
            </a:custGeom>
            <a:solidFill>
              <a:srgbClr val="D4EDFF"/>
            </a:solidFill>
          </p:spPr>
          <p:txBody>
            <a:bodyPr wrap="square" lIns="0" tIns="0" rIns="0" bIns="0" rtlCol="0"/>
            <a:lstStyle/>
            <a:p>
              <a:endParaRPr/>
            </a:p>
          </p:txBody>
        </p:sp>
        <p:sp>
          <p:nvSpPr>
            <p:cNvPr id="8" name="object 8"/>
            <p:cNvSpPr/>
            <p:nvPr/>
          </p:nvSpPr>
          <p:spPr>
            <a:xfrm>
              <a:off x="7131035" y="3012443"/>
              <a:ext cx="87630" cy="1517650"/>
            </a:xfrm>
            <a:custGeom>
              <a:avLst/>
              <a:gdLst/>
              <a:ahLst/>
              <a:cxnLst/>
              <a:rect l="l" t="t" r="r" b="b"/>
              <a:pathLst>
                <a:path w="87629" h="1517650">
                  <a:moveTo>
                    <a:pt x="87624" y="1517646"/>
                  </a:moveTo>
                  <a:lnTo>
                    <a:pt x="0" y="1517646"/>
                  </a:lnTo>
                  <a:lnTo>
                    <a:pt x="0" y="0"/>
                  </a:lnTo>
                  <a:lnTo>
                    <a:pt x="87624" y="0"/>
                  </a:lnTo>
                  <a:lnTo>
                    <a:pt x="87624" y="1517646"/>
                  </a:lnTo>
                  <a:close/>
                </a:path>
              </a:pathLst>
            </a:custGeom>
            <a:solidFill>
              <a:srgbClr val="D3EDFF"/>
            </a:solidFill>
          </p:spPr>
          <p:txBody>
            <a:bodyPr wrap="square" lIns="0" tIns="0" rIns="0" bIns="0" rtlCol="0"/>
            <a:lstStyle/>
            <a:p>
              <a:endParaRPr/>
            </a:p>
          </p:txBody>
        </p:sp>
        <p:sp>
          <p:nvSpPr>
            <p:cNvPr id="9" name="object 9"/>
            <p:cNvSpPr/>
            <p:nvPr/>
          </p:nvSpPr>
          <p:spPr>
            <a:xfrm>
              <a:off x="7051035" y="3012443"/>
              <a:ext cx="87630" cy="1517650"/>
            </a:xfrm>
            <a:custGeom>
              <a:avLst/>
              <a:gdLst/>
              <a:ahLst/>
              <a:cxnLst/>
              <a:rect l="l" t="t" r="r" b="b"/>
              <a:pathLst>
                <a:path w="87629" h="1517650">
                  <a:moveTo>
                    <a:pt x="87624" y="1517646"/>
                  </a:moveTo>
                  <a:lnTo>
                    <a:pt x="0" y="1517646"/>
                  </a:lnTo>
                  <a:lnTo>
                    <a:pt x="0" y="0"/>
                  </a:lnTo>
                  <a:lnTo>
                    <a:pt x="87624" y="0"/>
                  </a:lnTo>
                  <a:lnTo>
                    <a:pt x="87624" y="1517646"/>
                  </a:lnTo>
                  <a:close/>
                </a:path>
              </a:pathLst>
            </a:custGeom>
            <a:solidFill>
              <a:srgbClr val="D1EDFF"/>
            </a:solidFill>
          </p:spPr>
          <p:txBody>
            <a:bodyPr wrap="square" lIns="0" tIns="0" rIns="0" bIns="0" rtlCol="0"/>
            <a:lstStyle/>
            <a:p>
              <a:endParaRPr/>
            </a:p>
          </p:txBody>
        </p:sp>
        <p:sp>
          <p:nvSpPr>
            <p:cNvPr id="10" name="object 10"/>
            <p:cNvSpPr/>
            <p:nvPr/>
          </p:nvSpPr>
          <p:spPr>
            <a:xfrm>
              <a:off x="6969735" y="3012443"/>
              <a:ext cx="88900" cy="1517650"/>
            </a:xfrm>
            <a:custGeom>
              <a:avLst/>
              <a:gdLst/>
              <a:ahLst/>
              <a:cxnLst/>
              <a:rect l="l" t="t" r="r" b="b"/>
              <a:pathLst>
                <a:path w="88900" h="1517650">
                  <a:moveTo>
                    <a:pt x="88899" y="1517646"/>
                  </a:moveTo>
                  <a:lnTo>
                    <a:pt x="0" y="1517646"/>
                  </a:lnTo>
                  <a:lnTo>
                    <a:pt x="0" y="0"/>
                  </a:lnTo>
                  <a:lnTo>
                    <a:pt x="88899" y="0"/>
                  </a:lnTo>
                  <a:lnTo>
                    <a:pt x="88899" y="1517646"/>
                  </a:lnTo>
                  <a:close/>
                </a:path>
              </a:pathLst>
            </a:custGeom>
            <a:solidFill>
              <a:srgbClr val="D1EBFF"/>
            </a:solidFill>
          </p:spPr>
          <p:txBody>
            <a:bodyPr wrap="square" lIns="0" tIns="0" rIns="0" bIns="0" rtlCol="0"/>
            <a:lstStyle/>
            <a:p>
              <a:endParaRPr/>
            </a:p>
          </p:txBody>
        </p:sp>
        <p:sp>
          <p:nvSpPr>
            <p:cNvPr id="11" name="object 11"/>
            <p:cNvSpPr/>
            <p:nvPr/>
          </p:nvSpPr>
          <p:spPr>
            <a:xfrm>
              <a:off x="6809727" y="3012452"/>
              <a:ext cx="168910" cy="1517650"/>
            </a:xfrm>
            <a:custGeom>
              <a:avLst/>
              <a:gdLst/>
              <a:ahLst/>
              <a:cxnLst/>
              <a:rect l="l" t="t" r="r" b="b"/>
              <a:pathLst>
                <a:path w="168909" h="1517650">
                  <a:moveTo>
                    <a:pt x="168897" y="0"/>
                  </a:moveTo>
                  <a:lnTo>
                    <a:pt x="87630" y="0"/>
                  </a:lnTo>
                  <a:lnTo>
                    <a:pt x="79997" y="0"/>
                  </a:lnTo>
                  <a:lnTo>
                    <a:pt x="0" y="0"/>
                  </a:lnTo>
                  <a:lnTo>
                    <a:pt x="0" y="1517650"/>
                  </a:lnTo>
                  <a:lnTo>
                    <a:pt x="79997" y="1517650"/>
                  </a:lnTo>
                  <a:lnTo>
                    <a:pt x="87630" y="1517650"/>
                  </a:lnTo>
                  <a:lnTo>
                    <a:pt x="168897" y="1517650"/>
                  </a:lnTo>
                  <a:lnTo>
                    <a:pt x="168897" y="0"/>
                  </a:lnTo>
                  <a:close/>
                </a:path>
              </a:pathLst>
            </a:custGeom>
            <a:solidFill>
              <a:srgbClr val="CFEBFF"/>
            </a:solidFill>
          </p:spPr>
          <p:txBody>
            <a:bodyPr wrap="square" lIns="0" tIns="0" rIns="0" bIns="0" rtlCol="0"/>
            <a:lstStyle/>
            <a:p>
              <a:endParaRPr/>
            </a:p>
          </p:txBody>
        </p:sp>
        <p:sp>
          <p:nvSpPr>
            <p:cNvPr id="12" name="object 12"/>
            <p:cNvSpPr/>
            <p:nvPr/>
          </p:nvSpPr>
          <p:spPr>
            <a:xfrm>
              <a:off x="6649707" y="3012452"/>
              <a:ext cx="167640" cy="1517650"/>
            </a:xfrm>
            <a:custGeom>
              <a:avLst/>
              <a:gdLst/>
              <a:ahLst/>
              <a:cxnLst/>
              <a:rect l="l" t="t" r="r" b="b"/>
              <a:pathLst>
                <a:path w="167640" h="1517650">
                  <a:moveTo>
                    <a:pt x="167627" y="0"/>
                  </a:moveTo>
                  <a:lnTo>
                    <a:pt x="87617" y="0"/>
                  </a:lnTo>
                  <a:lnTo>
                    <a:pt x="79997" y="0"/>
                  </a:lnTo>
                  <a:lnTo>
                    <a:pt x="0" y="0"/>
                  </a:lnTo>
                  <a:lnTo>
                    <a:pt x="0" y="1517650"/>
                  </a:lnTo>
                  <a:lnTo>
                    <a:pt x="79997" y="1517650"/>
                  </a:lnTo>
                  <a:lnTo>
                    <a:pt x="87617" y="1517650"/>
                  </a:lnTo>
                  <a:lnTo>
                    <a:pt x="167627" y="1517650"/>
                  </a:lnTo>
                  <a:lnTo>
                    <a:pt x="167627" y="0"/>
                  </a:lnTo>
                  <a:close/>
                </a:path>
              </a:pathLst>
            </a:custGeom>
            <a:solidFill>
              <a:srgbClr val="CDEBFF"/>
            </a:solidFill>
          </p:spPr>
          <p:txBody>
            <a:bodyPr wrap="square" lIns="0" tIns="0" rIns="0" bIns="0" rtlCol="0"/>
            <a:lstStyle/>
            <a:p>
              <a:endParaRPr/>
            </a:p>
          </p:txBody>
        </p:sp>
        <p:sp>
          <p:nvSpPr>
            <p:cNvPr id="13" name="object 13"/>
            <p:cNvSpPr/>
            <p:nvPr/>
          </p:nvSpPr>
          <p:spPr>
            <a:xfrm>
              <a:off x="6569686" y="3012443"/>
              <a:ext cx="88265" cy="1517650"/>
            </a:xfrm>
            <a:custGeom>
              <a:avLst/>
              <a:gdLst/>
              <a:ahLst/>
              <a:cxnLst/>
              <a:rect l="l" t="t" r="r" b="b"/>
              <a:pathLst>
                <a:path w="88265" h="1517650">
                  <a:moveTo>
                    <a:pt x="87649" y="1517646"/>
                  </a:moveTo>
                  <a:lnTo>
                    <a:pt x="0" y="1517646"/>
                  </a:lnTo>
                  <a:lnTo>
                    <a:pt x="0" y="0"/>
                  </a:lnTo>
                  <a:lnTo>
                    <a:pt x="87649" y="0"/>
                  </a:lnTo>
                  <a:lnTo>
                    <a:pt x="87649" y="1517646"/>
                  </a:lnTo>
                  <a:close/>
                </a:path>
              </a:pathLst>
            </a:custGeom>
            <a:solidFill>
              <a:srgbClr val="CCEBFF"/>
            </a:solidFill>
          </p:spPr>
          <p:txBody>
            <a:bodyPr wrap="square" lIns="0" tIns="0" rIns="0" bIns="0" rtlCol="0"/>
            <a:lstStyle/>
            <a:p>
              <a:endParaRPr/>
            </a:p>
          </p:txBody>
        </p:sp>
        <p:sp>
          <p:nvSpPr>
            <p:cNvPr id="14" name="object 14"/>
            <p:cNvSpPr/>
            <p:nvPr/>
          </p:nvSpPr>
          <p:spPr>
            <a:xfrm>
              <a:off x="6488412" y="3012443"/>
              <a:ext cx="88900" cy="1517650"/>
            </a:xfrm>
            <a:custGeom>
              <a:avLst/>
              <a:gdLst/>
              <a:ahLst/>
              <a:cxnLst/>
              <a:rect l="l" t="t" r="r" b="b"/>
              <a:pathLst>
                <a:path w="88900" h="1517650">
                  <a:moveTo>
                    <a:pt x="88899" y="1517646"/>
                  </a:moveTo>
                  <a:lnTo>
                    <a:pt x="0" y="1517646"/>
                  </a:lnTo>
                  <a:lnTo>
                    <a:pt x="0" y="0"/>
                  </a:lnTo>
                  <a:lnTo>
                    <a:pt x="88899" y="0"/>
                  </a:lnTo>
                  <a:lnTo>
                    <a:pt x="88899" y="1517646"/>
                  </a:lnTo>
                  <a:close/>
                </a:path>
              </a:pathLst>
            </a:custGeom>
            <a:solidFill>
              <a:srgbClr val="CCE9FF"/>
            </a:solidFill>
          </p:spPr>
          <p:txBody>
            <a:bodyPr wrap="square" lIns="0" tIns="0" rIns="0" bIns="0" rtlCol="0"/>
            <a:lstStyle/>
            <a:p>
              <a:endParaRPr/>
            </a:p>
          </p:txBody>
        </p:sp>
        <p:sp>
          <p:nvSpPr>
            <p:cNvPr id="15" name="object 15"/>
            <p:cNvSpPr/>
            <p:nvPr/>
          </p:nvSpPr>
          <p:spPr>
            <a:xfrm>
              <a:off x="6408411" y="3012443"/>
              <a:ext cx="88900" cy="1517650"/>
            </a:xfrm>
            <a:custGeom>
              <a:avLst/>
              <a:gdLst/>
              <a:ahLst/>
              <a:cxnLst/>
              <a:rect l="l" t="t" r="r" b="b"/>
              <a:pathLst>
                <a:path w="88900" h="1517650">
                  <a:moveTo>
                    <a:pt x="88899" y="1517646"/>
                  </a:moveTo>
                  <a:lnTo>
                    <a:pt x="0" y="1517646"/>
                  </a:lnTo>
                  <a:lnTo>
                    <a:pt x="0" y="0"/>
                  </a:lnTo>
                  <a:lnTo>
                    <a:pt x="88899" y="0"/>
                  </a:lnTo>
                  <a:lnTo>
                    <a:pt x="88899" y="1517646"/>
                  </a:lnTo>
                  <a:close/>
                </a:path>
              </a:pathLst>
            </a:custGeom>
            <a:solidFill>
              <a:srgbClr val="CAE9FF"/>
            </a:solidFill>
          </p:spPr>
          <p:txBody>
            <a:bodyPr wrap="square" lIns="0" tIns="0" rIns="0" bIns="0" rtlCol="0"/>
            <a:lstStyle/>
            <a:p>
              <a:endParaRPr/>
            </a:p>
          </p:txBody>
        </p:sp>
        <p:sp>
          <p:nvSpPr>
            <p:cNvPr id="16" name="object 16"/>
            <p:cNvSpPr/>
            <p:nvPr/>
          </p:nvSpPr>
          <p:spPr>
            <a:xfrm>
              <a:off x="6328387" y="3012443"/>
              <a:ext cx="88265" cy="1517650"/>
            </a:xfrm>
            <a:custGeom>
              <a:avLst/>
              <a:gdLst/>
              <a:ahLst/>
              <a:cxnLst/>
              <a:rect l="l" t="t" r="r" b="b"/>
              <a:pathLst>
                <a:path w="88264" h="1517650">
                  <a:moveTo>
                    <a:pt x="87649" y="1517646"/>
                  </a:moveTo>
                  <a:lnTo>
                    <a:pt x="0" y="1517646"/>
                  </a:lnTo>
                  <a:lnTo>
                    <a:pt x="0" y="0"/>
                  </a:lnTo>
                  <a:lnTo>
                    <a:pt x="87649" y="0"/>
                  </a:lnTo>
                  <a:lnTo>
                    <a:pt x="87649" y="1517646"/>
                  </a:lnTo>
                  <a:close/>
                </a:path>
              </a:pathLst>
            </a:custGeom>
            <a:solidFill>
              <a:srgbClr val="C8E9FF"/>
            </a:solidFill>
          </p:spPr>
          <p:txBody>
            <a:bodyPr wrap="square" lIns="0" tIns="0" rIns="0" bIns="0" rtlCol="0"/>
            <a:lstStyle/>
            <a:p>
              <a:endParaRPr/>
            </a:p>
          </p:txBody>
        </p:sp>
        <p:sp>
          <p:nvSpPr>
            <p:cNvPr id="17" name="object 17"/>
            <p:cNvSpPr/>
            <p:nvPr/>
          </p:nvSpPr>
          <p:spPr>
            <a:xfrm>
              <a:off x="6248387" y="3012443"/>
              <a:ext cx="87630" cy="1517650"/>
            </a:xfrm>
            <a:custGeom>
              <a:avLst/>
              <a:gdLst/>
              <a:ahLst/>
              <a:cxnLst/>
              <a:rect l="l" t="t" r="r" b="b"/>
              <a:pathLst>
                <a:path w="87629" h="1517650">
                  <a:moveTo>
                    <a:pt x="87624" y="1517646"/>
                  </a:moveTo>
                  <a:lnTo>
                    <a:pt x="0" y="1517646"/>
                  </a:lnTo>
                  <a:lnTo>
                    <a:pt x="0" y="0"/>
                  </a:lnTo>
                  <a:lnTo>
                    <a:pt x="87624" y="0"/>
                  </a:lnTo>
                  <a:lnTo>
                    <a:pt x="87624" y="1517646"/>
                  </a:lnTo>
                  <a:close/>
                </a:path>
              </a:pathLst>
            </a:custGeom>
            <a:solidFill>
              <a:srgbClr val="C8E8FF"/>
            </a:solidFill>
          </p:spPr>
          <p:txBody>
            <a:bodyPr wrap="square" lIns="0" tIns="0" rIns="0" bIns="0" rtlCol="0"/>
            <a:lstStyle/>
            <a:p>
              <a:endParaRPr/>
            </a:p>
          </p:txBody>
        </p:sp>
        <p:sp>
          <p:nvSpPr>
            <p:cNvPr id="18" name="object 18"/>
            <p:cNvSpPr/>
            <p:nvPr/>
          </p:nvSpPr>
          <p:spPr>
            <a:xfrm>
              <a:off x="6088354" y="3012452"/>
              <a:ext cx="168275" cy="1517650"/>
            </a:xfrm>
            <a:custGeom>
              <a:avLst/>
              <a:gdLst/>
              <a:ahLst/>
              <a:cxnLst/>
              <a:rect l="l" t="t" r="r" b="b"/>
              <a:pathLst>
                <a:path w="168275" h="1517650">
                  <a:moveTo>
                    <a:pt x="167652" y="0"/>
                  </a:moveTo>
                  <a:lnTo>
                    <a:pt x="87630" y="0"/>
                  </a:lnTo>
                  <a:lnTo>
                    <a:pt x="80022" y="0"/>
                  </a:lnTo>
                  <a:lnTo>
                    <a:pt x="0" y="0"/>
                  </a:lnTo>
                  <a:lnTo>
                    <a:pt x="0" y="1517650"/>
                  </a:lnTo>
                  <a:lnTo>
                    <a:pt x="80022" y="1517650"/>
                  </a:lnTo>
                  <a:lnTo>
                    <a:pt x="87630" y="1517650"/>
                  </a:lnTo>
                  <a:lnTo>
                    <a:pt x="167652" y="1517650"/>
                  </a:lnTo>
                  <a:lnTo>
                    <a:pt x="167652" y="0"/>
                  </a:lnTo>
                  <a:close/>
                </a:path>
              </a:pathLst>
            </a:custGeom>
            <a:solidFill>
              <a:srgbClr val="C6E8FF"/>
            </a:solidFill>
          </p:spPr>
          <p:txBody>
            <a:bodyPr wrap="square" lIns="0" tIns="0" rIns="0" bIns="0" rtlCol="0"/>
            <a:lstStyle/>
            <a:p>
              <a:endParaRPr/>
            </a:p>
          </p:txBody>
        </p:sp>
        <p:sp>
          <p:nvSpPr>
            <p:cNvPr id="19" name="object 19"/>
            <p:cNvSpPr/>
            <p:nvPr/>
          </p:nvSpPr>
          <p:spPr>
            <a:xfrm>
              <a:off x="6007087" y="3012443"/>
              <a:ext cx="88900" cy="1517650"/>
            </a:xfrm>
            <a:custGeom>
              <a:avLst/>
              <a:gdLst/>
              <a:ahLst/>
              <a:cxnLst/>
              <a:rect l="l" t="t" r="r" b="b"/>
              <a:pathLst>
                <a:path w="88900" h="1517650">
                  <a:moveTo>
                    <a:pt x="88899" y="1517646"/>
                  </a:moveTo>
                  <a:lnTo>
                    <a:pt x="0" y="1517646"/>
                  </a:lnTo>
                  <a:lnTo>
                    <a:pt x="0" y="0"/>
                  </a:lnTo>
                  <a:lnTo>
                    <a:pt x="88899" y="0"/>
                  </a:lnTo>
                  <a:lnTo>
                    <a:pt x="88899" y="1517646"/>
                  </a:lnTo>
                  <a:close/>
                </a:path>
              </a:pathLst>
            </a:custGeom>
            <a:solidFill>
              <a:srgbClr val="C4E8FF"/>
            </a:solidFill>
          </p:spPr>
          <p:txBody>
            <a:bodyPr wrap="square" lIns="0" tIns="0" rIns="0" bIns="0" rtlCol="0"/>
            <a:lstStyle/>
            <a:p>
              <a:endParaRPr/>
            </a:p>
          </p:txBody>
        </p:sp>
        <p:sp>
          <p:nvSpPr>
            <p:cNvPr id="20" name="object 20"/>
            <p:cNvSpPr/>
            <p:nvPr/>
          </p:nvSpPr>
          <p:spPr>
            <a:xfrm>
              <a:off x="5847054" y="3012452"/>
              <a:ext cx="169545" cy="1517650"/>
            </a:xfrm>
            <a:custGeom>
              <a:avLst/>
              <a:gdLst/>
              <a:ahLst/>
              <a:cxnLst/>
              <a:rect l="l" t="t" r="r" b="b"/>
              <a:pathLst>
                <a:path w="169545" h="1517650">
                  <a:moveTo>
                    <a:pt x="168922" y="0"/>
                  </a:moveTo>
                  <a:lnTo>
                    <a:pt x="87630" y="0"/>
                  </a:lnTo>
                  <a:lnTo>
                    <a:pt x="80022" y="0"/>
                  </a:lnTo>
                  <a:lnTo>
                    <a:pt x="0" y="0"/>
                  </a:lnTo>
                  <a:lnTo>
                    <a:pt x="0" y="1517650"/>
                  </a:lnTo>
                  <a:lnTo>
                    <a:pt x="80022" y="1517650"/>
                  </a:lnTo>
                  <a:lnTo>
                    <a:pt x="87630" y="1517650"/>
                  </a:lnTo>
                  <a:lnTo>
                    <a:pt x="168922" y="1517650"/>
                  </a:lnTo>
                  <a:lnTo>
                    <a:pt x="168922" y="0"/>
                  </a:lnTo>
                  <a:close/>
                </a:path>
              </a:pathLst>
            </a:custGeom>
            <a:solidFill>
              <a:srgbClr val="C3E8FF"/>
            </a:solidFill>
          </p:spPr>
          <p:txBody>
            <a:bodyPr wrap="square" lIns="0" tIns="0" rIns="0" bIns="0" rtlCol="0"/>
            <a:lstStyle/>
            <a:p>
              <a:endParaRPr/>
            </a:p>
          </p:txBody>
        </p:sp>
        <p:sp>
          <p:nvSpPr>
            <p:cNvPr id="21" name="object 21"/>
            <p:cNvSpPr/>
            <p:nvPr/>
          </p:nvSpPr>
          <p:spPr>
            <a:xfrm>
              <a:off x="5687035" y="3012452"/>
              <a:ext cx="168275" cy="1517650"/>
            </a:xfrm>
            <a:custGeom>
              <a:avLst/>
              <a:gdLst/>
              <a:ahLst/>
              <a:cxnLst/>
              <a:rect l="l" t="t" r="r" b="b"/>
              <a:pathLst>
                <a:path w="168275" h="1517650">
                  <a:moveTo>
                    <a:pt x="167652" y="0"/>
                  </a:moveTo>
                  <a:lnTo>
                    <a:pt x="87642" y="0"/>
                  </a:lnTo>
                  <a:lnTo>
                    <a:pt x="80022" y="0"/>
                  </a:lnTo>
                  <a:lnTo>
                    <a:pt x="0" y="0"/>
                  </a:lnTo>
                  <a:lnTo>
                    <a:pt x="0" y="1517650"/>
                  </a:lnTo>
                  <a:lnTo>
                    <a:pt x="80022" y="1517650"/>
                  </a:lnTo>
                  <a:lnTo>
                    <a:pt x="87642" y="1517650"/>
                  </a:lnTo>
                  <a:lnTo>
                    <a:pt x="167652" y="1517650"/>
                  </a:lnTo>
                  <a:lnTo>
                    <a:pt x="167652" y="0"/>
                  </a:lnTo>
                  <a:close/>
                </a:path>
              </a:pathLst>
            </a:custGeom>
            <a:solidFill>
              <a:srgbClr val="C1E6FF"/>
            </a:solidFill>
          </p:spPr>
          <p:txBody>
            <a:bodyPr wrap="square" lIns="0" tIns="0" rIns="0" bIns="0" rtlCol="0"/>
            <a:lstStyle/>
            <a:p>
              <a:endParaRPr/>
            </a:p>
          </p:txBody>
        </p:sp>
        <p:sp>
          <p:nvSpPr>
            <p:cNvPr id="22" name="object 22"/>
            <p:cNvSpPr/>
            <p:nvPr/>
          </p:nvSpPr>
          <p:spPr>
            <a:xfrm>
              <a:off x="5525757" y="3012452"/>
              <a:ext cx="168910" cy="1517650"/>
            </a:xfrm>
            <a:custGeom>
              <a:avLst/>
              <a:gdLst/>
              <a:ahLst/>
              <a:cxnLst/>
              <a:rect l="l" t="t" r="r" b="b"/>
              <a:pathLst>
                <a:path w="168910" h="1517650">
                  <a:moveTo>
                    <a:pt x="168897" y="0"/>
                  </a:moveTo>
                  <a:lnTo>
                    <a:pt x="88900" y="0"/>
                  </a:lnTo>
                  <a:lnTo>
                    <a:pt x="81280" y="0"/>
                  </a:lnTo>
                  <a:lnTo>
                    <a:pt x="0" y="0"/>
                  </a:lnTo>
                  <a:lnTo>
                    <a:pt x="0" y="1517650"/>
                  </a:lnTo>
                  <a:lnTo>
                    <a:pt x="81280" y="1517650"/>
                  </a:lnTo>
                  <a:lnTo>
                    <a:pt x="88900" y="1517650"/>
                  </a:lnTo>
                  <a:lnTo>
                    <a:pt x="168897" y="1517650"/>
                  </a:lnTo>
                  <a:lnTo>
                    <a:pt x="168897" y="0"/>
                  </a:lnTo>
                  <a:close/>
                </a:path>
              </a:pathLst>
            </a:custGeom>
            <a:solidFill>
              <a:srgbClr val="BFE6FF"/>
            </a:solidFill>
          </p:spPr>
          <p:txBody>
            <a:bodyPr wrap="square" lIns="0" tIns="0" rIns="0" bIns="0" rtlCol="0"/>
            <a:lstStyle/>
            <a:p>
              <a:endParaRPr/>
            </a:p>
          </p:txBody>
        </p:sp>
        <p:sp>
          <p:nvSpPr>
            <p:cNvPr id="23" name="object 23"/>
            <p:cNvSpPr/>
            <p:nvPr/>
          </p:nvSpPr>
          <p:spPr>
            <a:xfrm>
              <a:off x="5445738" y="3012443"/>
              <a:ext cx="88900" cy="1517650"/>
            </a:xfrm>
            <a:custGeom>
              <a:avLst/>
              <a:gdLst/>
              <a:ahLst/>
              <a:cxnLst/>
              <a:rect l="l" t="t" r="r" b="b"/>
              <a:pathLst>
                <a:path w="88900" h="1517650">
                  <a:moveTo>
                    <a:pt x="88899" y="1517646"/>
                  </a:moveTo>
                  <a:lnTo>
                    <a:pt x="0" y="1517646"/>
                  </a:lnTo>
                  <a:lnTo>
                    <a:pt x="0" y="0"/>
                  </a:lnTo>
                  <a:lnTo>
                    <a:pt x="88899" y="0"/>
                  </a:lnTo>
                  <a:lnTo>
                    <a:pt x="88899" y="1517646"/>
                  </a:lnTo>
                  <a:close/>
                </a:path>
              </a:pathLst>
            </a:custGeom>
            <a:solidFill>
              <a:srgbClr val="BDE6FF"/>
            </a:solidFill>
          </p:spPr>
          <p:txBody>
            <a:bodyPr wrap="square" lIns="0" tIns="0" rIns="0" bIns="0" rtlCol="0"/>
            <a:lstStyle/>
            <a:p>
              <a:endParaRPr/>
            </a:p>
          </p:txBody>
        </p:sp>
        <p:sp>
          <p:nvSpPr>
            <p:cNvPr id="24" name="object 24"/>
            <p:cNvSpPr/>
            <p:nvPr/>
          </p:nvSpPr>
          <p:spPr>
            <a:xfrm>
              <a:off x="5365739" y="3012443"/>
              <a:ext cx="87630" cy="1517650"/>
            </a:xfrm>
            <a:custGeom>
              <a:avLst/>
              <a:gdLst/>
              <a:ahLst/>
              <a:cxnLst/>
              <a:rect l="l" t="t" r="r" b="b"/>
              <a:pathLst>
                <a:path w="87629" h="1517650">
                  <a:moveTo>
                    <a:pt x="87624" y="1517646"/>
                  </a:moveTo>
                  <a:lnTo>
                    <a:pt x="0" y="1517646"/>
                  </a:lnTo>
                  <a:lnTo>
                    <a:pt x="0" y="0"/>
                  </a:lnTo>
                  <a:lnTo>
                    <a:pt x="87624" y="0"/>
                  </a:lnTo>
                  <a:lnTo>
                    <a:pt x="87624" y="1517646"/>
                  </a:lnTo>
                  <a:close/>
                </a:path>
              </a:pathLst>
            </a:custGeom>
            <a:solidFill>
              <a:srgbClr val="BCE6FF"/>
            </a:solidFill>
          </p:spPr>
          <p:txBody>
            <a:bodyPr wrap="square" lIns="0" tIns="0" rIns="0" bIns="0" rtlCol="0"/>
            <a:lstStyle/>
            <a:p>
              <a:endParaRPr/>
            </a:p>
          </p:txBody>
        </p:sp>
        <p:sp>
          <p:nvSpPr>
            <p:cNvPr id="25" name="object 25"/>
            <p:cNvSpPr/>
            <p:nvPr/>
          </p:nvSpPr>
          <p:spPr>
            <a:xfrm>
              <a:off x="5285739" y="3012443"/>
              <a:ext cx="87630" cy="1517650"/>
            </a:xfrm>
            <a:custGeom>
              <a:avLst/>
              <a:gdLst/>
              <a:ahLst/>
              <a:cxnLst/>
              <a:rect l="l" t="t" r="r" b="b"/>
              <a:pathLst>
                <a:path w="87629" h="1517650">
                  <a:moveTo>
                    <a:pt x="87624" y="1517646"/>
                  </a:moveTo>
                  <a:lnTo>
                    <a:pt x="0" y="1517646"/>
                  </a:lnTo>
                  <a:lnTo>
                    <a:pt x="0" y="0"/>
                  </a:lnTo>
                  <a:lnTo>
                    <a:pt x="87624" y="0"/>
                  </a:lnTo>
                  <a:lnTo>
                    <a:pt x="87624" y="1517646"/>
                  </a:lnTo>
                  <a:close/>
                </a:path>
              </a:pathLst>
            </a:custGeom>
            <a:solidFill>
              <a:srgbClr val="BCE4FF"/>
            </a:solidFill>
          </p:spPr>
          <p:txBody>
            <a:bodyPr wrap="square" lIns="0" tIns="0" rIns="0" bIns="0" rtlCol="0"/>
            <a:lstStyle/>
            <a:p>
              <a:endParaRPr/>
            </a:p>
          </p:txBody>
        </p:sp>
        <p:sp>
          <p:nvSpPr>
            <p:cNvPr id="26" name="object 26"/>
            <p:cNvSpPr/>
            <p:nvPr/>
          </p:nvSpPr>
          <p:spPr>
            <a:xfrm>
              <a:off x="5125707" y="3012452"/>
              <a:ext cx="167640" cy="1517650"/>
            </a:xfrm>
            <a:custGeom>
              <a:avLst/>
              <a:gdLst/>
              <a:ahLst/>
              <a:cxnLst/>
              <a:rect l="l" t="t" r="r" b="b"/>
              <a:pathLst>
                <a:path w="167639" h="1517650">
                  <a:moveTo>
                    <a:pt x="167627" y="0"/>
                  </a:moveTo>
                  <a:lnTo>
                    <a:pt x="87630" y="0"/>
                  </a:lnTo>
                  <a:lnTo>
                    <a:pt x="79997" y="0"/>
                  </a:lnTo>
                  <a:lnTo>
                    <a:pt x="0" y="0"/>
                  </a:lnTo>
                  <a:lnTo>
                    <a:pt x="0" y="1517650"/>
                  </a:lnTo>
                  <a:lnTo>
                    <a:pt x="79997" y="1517650"/>
                  </a:lnTo>
                  <a:lnTo>
                    <a:pt x="87630" y="1517650"/>
                  </a:lnTo>
                  <a:lnTo>
                    <a:pt x="167627" y="1517650"/>
                  </a:lnTo>
                  <a:lnTo>
                    <a:pt x="167627" y="0"/>
                  </a:lnTo>
                  <a:close/>
                </a:path>
              </a:pathLst>
            </a:custGeom>
            <a:solidFill>
              <a:srgbClr val="BAE4FF"/>
            </a:solidFill>
          </p:spPr>
          <p:txBody>
            <a:bodyPr wrap="square" lIns="0" tIns="0" rIns="0" bIns="0" rtlCol="0"/>
            <a:lstStyle/>
            <a:p>
              <a:endParaRPr/>
            </a:p>
          </p:txBody>
        </p:sp>
        <p:sp>
          <p:nvSpPr>
            <p:cNvPr id="27" name="object 27"/>
            <p:cNvSpPr/>
            <p:nvPr/>
          </p:nvSpPr>
          <p:spPr>
            <a:xfrm>
              <a:off x="4964404" y="3012452"/>
              <a:ext cx="169545" cy="1517650"/>
            </a:xfrm>
            <a:custGeom>
              <a:avLst/>
              <a:gdLst/>
              <a:ahLst/>
              <a:cxnLst/>
              <a:rect l="l" t="t" r="r" b="b"/>
              <a:pathLst>
                <a:path w="169545" h="1517650">
                  <a:moveTo>
                    <a:pt x="168922" y="0"/>
                  </a:moveTo>
                  <a:lnTo>
                    <a:pt x="88900" y="0"/>
                  </a:lnTo>
                  <a:lnTo>
                    <a:pt x="80022" y="0"/>
                  </a:lnTo>
                  <a:lnTo>
                    <a:pt x="0" y="0"/>
                  </a:lnTo>
                  <a:lnTo>
                    <a:pt x="0" y="1517650"/>
                  </a:lnTo>
                  <a:lnTo>
                    <a:pt x="80022" y="1517650"/>
                  </a:lnTo>
                  <a:lnTo>
                    <a:pt x="88900" y="1517650"/>
                  </a:lnTo>
                  <a:lnTo>
                    <a:pt x="168922" y="1517650"/>
                  </a:lnTo>
                  <a:lnTo>
                    <a:pt x="168922" y="0"/>
                  </a:lnTo>
                  <a:close/>
                </a:path>
              </a:pathLst>
            </a:custGeom>
            <a:solidFill>
              <a:srgbClr val="B8E4FF"/>
            </a:solidFill>
          </p:spPr>
          <p:txBody>
            <a:bodyPr wrap="square" lIns="0" tIns="0" rIns="0" bIns="0" rtlCol="0"/>
            <a:lstStyle/>
            <a:p>
              <a:endParaRPr/>
            </a:p>
          </p:txBody>
        </p:sp>
        <p:sp>
          <p:nvSpPr>
            <p:cNvPr id="28" name="object 28"/>
            <p:cNvSpPr/>
            <p:nvPr/>
          </p:nvSpPr>
          <p:spPr>
            <a:xfrm>
              <a:off x="4884415" y="3012443"/>
              <a:ext cx="87630" cy="1517650"/>
            </a:xfrm>
            <a:custGeom>
              <a:avLst/>
              <a:gdLst/>
              <a:ahLst/>
              <a:cxnLst/>
              <a:rect l="l" t="t" r="r" b="b"/>
              <a:pathLst>
                <a:path w="87629" h="1517650">
                  <a:moveTo>
                    <a:pt x="87624" y="1517646"/>
                  </a:moveTo>
                  <a:lnTo>
                    <a:pt x="0" y="1517646"/>
                  </a:lnTo>
                  <a:lnTo>
                    <a:pt x="0" y="0"/>
                  </a:lnTo>
                  <a:lnTo>
                    <a:pt x="87624" y="0"/>
                  </a:lnTo>
                  <a:lnTo>
                    <a:pt x="87624" y="1517646"/>
                  </a:lnTo>
                  <a:close/>
                </a:path>
              </a:pathLst>
            </a:custGeom>
            <a:solidFill>
              <a:srgbClr val="B6E4FF"/>
            </a:solidFill>
          </p:spPr>
          <p:txBody>
            <a:bodyPr wrap="square" lIns="0" tIns="0" rIns="0" bIns="0" rtlCol="0"/>
            <a:lstStyle/>
            <a:p>
              <a:endParaRPr/>
            </a:p>
          </p:txBody>
        </p:sp>
        <p:sp>
          <p:nvSpPr>
            <p:cNvPr id="29" name="object 29"/>
            <p:cNvSpPr/>
            <p:nvPr/>
          </p:nvSpPr>
          <p:spPr>
            <a:xfrm>
              <a:off x="4804390" y="3012443"/>
              <a:ext cx="88265" cy="1517650"/>
            </a:xfrm>
            <a:custGeom>
              <a:avLst/>
              <a:gdLst/>
              <a:ahLst/>
              <a:cxnLst/>
              <a:rect l="l" t="t" r="r" b="b"/>
              <a:pathLst>
                <a:path w="88264" h="1517650">
                  <a:moveTo>
                    <a:pt x="87649" y="1517646"/>
                  </a:moveTo>
                  <a:lnTo>
                    <a:pt x="0" y="1517646"/>
                  </a:lnTo>
                  <a:lnTo>
                    <a:pt x="0" y="0"/>
                  </a:lnTo>
                  <a:lnTo>
                    <a:pt x="87649" y="0"/>
                  </a:lnTo>
                  <a:lnTo>
                    <a:pt x="87649" y="1517646"/>
                  </a:lnTo>
                  <a:close/>
                </a:path>
              </a:pathLst>
            </a:custGeom>
            <a:solidFill>
              <a:srgbClr val="B6E2FF"/>
            </a:solidFill>
          </p:spPr>
          <p:txBody>
            <a:bodyPr wrap="square" lIns="0" tIns="0" rIns="0" bIns="0" rtlCol="0"/>
            <a:lstStyle/>
            <a:p>
              <a:endParaRPr/>
            </a:p>
          </p:txBody>
        </p:sp>
        <p:sp>
          <p:nvSpPr>
            <p:cNvPr id="30" name="object 30"/>
            <p:cNvSpPr/>
            <p:nvPr/>
          </p:nvSpPr>
          <p:spPr>
            <a:xfrm>
              <a:off x="4724390" y="3012443"/>
              <a:ext cx="87630" cy="1517650"/>
            </a:xfrm>
            <a:custGeom>
              <a:avLst/>
              <a:gdLst/>
              <a:ahLst/>
              <a:cxnLst/>
              <a:rect l="l" t="t" r="r" b="b"/>
              <a:pathLst>
                <a:path w="87629" h="1517650">
                  <a:moveTo>
                    <a:pt x="87624" y="1517646"/>
                  </a:moveTo>
                  <a:lnTo>
                    <a:pt x="0" y="1517646"/>
                  </a:lnTo>
                  <a:lnTo>
                    <a:pt x="0" y="0"/>
                  </a:lnTo>
                  <a:lnTo>
                    <a:pt x="87624" y="0"/>
                  </a:lnTo>
                  <a:lnTo>
                    <a:pt x="87624" y="1517646"/>
                  </a:lnTo>
                  <a:close/>
                </a:path>
              </a:pathLst>
            </a:custGeom>
            <a:solidFill>
              <a:srgbClr val="B5E2FF"/>
            </a:solidFill>
          </p:spPr>
          <p:txBody>
            <a:bodyPr wrap="square" lIns="0" tIns="0" rIns="0" bIns="0" rtlCol="0"/>
            <a:lstStyle/>
            <a:p>
              <a:endParaRPr/>
            </a:p>
          </p:txBody>
        </p:sp>
        <p:sp>
          <p:nvSpPr>
            <p:cNvPr id="31" name="object 31"/>
            <p:cNvSpPr/>
            <p:nvPr/>
          </p:nvSpPr>
          <p:spPr>
            <a:xfrm>
              <a:off x="4644390" y="3012443"/>
              <a:ext cx="87630" cy="1517650"/>
            </a:xfrm>
            <a:custGeom>
              <a:avLst/>
              <a:gdLst/>
              <a:ahLst/>
              <a:cxnLst/>
              <a:rect l="l" t="t" r="r" b="b"/>
              <a:pathLst>
                <a:path w="87629" h="1517650">
                  <a:moveTo>
                    <a:pt x="87624" y="1517646"/>
                  </a:moveTo>
                  <a:lnTo>
                    <a:pt x="0" y="1517646"/>
                  </a:lnTo>
                  <a:lnTo>
                    <a:pt x="0" y="0"/>
                  </a:lnTo>
                  <a:lnTo>
                    <a:pt x="87624" y="0"/>
                  </a:lnTo>
                  <a:lnTo>
                    <a:pt x="87624" y="1517646"/>
                  </a:lnTo>
                  <a:close/>
                </a:path>
              </a:pathLst>
            </a:custGeom>
            <a:solidFill>
              <a:srgbClr val="B3E2FF"/>
            </a:solidFill>
          </p:spPr>
          <p:txBody>
            <a:bodyPr wrap="square" lIns="0" tIns="0" rIns="0" bIns="0" rtlCol="0"/>
            <a:lstStyle/>
            <a:p>
              <a:endParaRPr/>
            </a:p>
          </p:txBody>
        </p:sp>
        <p:sp>
          <p:nvSpPr>
            <p:cNvPr id="32" name="object 32"/>
            <p:cNvSpPr/>
            <p:nvPr/>
          </p:nvSpPr>
          <p:spPr>
            <a:xfrm>
              <a:off x="4563090" y="3012443"/>
              <a:ext cx="88900" cy="1517650"/>
            </a:xfrm>
            <a:custGeom>
              <a:avLst/>
              <a:gdLst/>
              <a:ahLst/>
              <a:cxnLst/>
              <a:rect l="l" t="t" r="r" b="b"/>
              <a:pathLst>
                <a:path w="88900" h="1517650">
                  <a:moveTo>
                    <a:pt x="88899" y="1517646"/>
                  </a:moveTo>
                  <a:lnTo>
                    <a:pt x="0" y="1517646"/>
                  </a:lnTo>
                  <a:lnTo>
                    <a:pt x="0" y="0"/>
                  </a:lnTo>
                  <a:lnTo>
                    <a:pt x="88899" y="0"/>
                  </a:lnTo>
                  <a:lnTo>
                    <a:pt x="88899" y="1517646"/>
                  </a:lnTo>
                  <a:close/>
                </a:path>
              </a:pathLst>
            </a:custGeom>
            <a:solidFill>
              <a:srgbClr val="B3E1FF"/>
            </a:solidFill>
          </p:spPr>
          <p:txBody>
            <a:bodyPr wrap="square" lIns="0" tIns="0" rIns="0" bIns="0" rtlCol="0"/>
            <a:lstStyle/>
            <a:p>
              <a:endParaRPr/>
            </a:p>
          </p:txBody>
        </p:sp>
        <p:sp>
          <p:nvSpPr>
            <p:cNvPr id="33" name="object 33"/>
            <p:cNvSpPr/>
            <p:nvPr/>
          </p:nvSpPr>
          <p:spPr>
            <a:xfrm>
              <a:off x="4403090" y="3012452"/>
              <a:ext cx="168910" cy="1517650"/>
            </a:xfrm>
            <a:custGeom>
              <a:avLst/>
              <a:gdLst/>
              <a:ahLst/>
              <a:cxnLst/>
              <a:rect l="l" t="t" r="r" b="b"/>
              <a:pathLst>
                <a:path w="168910" h="1517650">
                  <a:moveTo>
                    <a:pt x="168897" y="0"/>
                  </a:moveTo>
                  <a:lnTo>
                    <a:pt x="88900" y="0"/>
                  </a:lnTo>
                  <a:lnTo>
                    <a:pt x="79997" y="0"/>
                  </a:lnTo>
                  <a:lnTo>
                    <a:pt x="0" y="0"/>
                  </a:lnTo>
                  <a:lnTo>
                    <a:pt x="0" y="1517650"/>
                  </a:lnTo>
                  <a:lnTo>
                    <a:pt x="79997" y="1517650"/>
                  </a:lnTo>
                  <a:lnTo>
                    <a:pt x="88900" y="1517650"/>
                  </a:lnTo>
                  <a:lnTo>
                    <a:pt x="168897" y="1517650"/>
                  </a:lnTo>
                  <a:lnTo>
                    <a:pt x="168897" y="0"/>
                  </a:lnTo>
                  <a:close/>
                </a:path>
              </a:pathLst>
            </a:custGeom>
            <a:solidFill>
              <a:srgbClr val="B1E1FF"/>
            </a:solidFill>
          </p:spPr>
          <p:txBody>
            <a:bodyPr wrap="square" lIns="0" tIns="0" rIns="0" bIns="0" rtlCol="0"/>
            <a:lstStyle/>
            <a:p>
              <a:endParaRPr/>
            </a:p>
          </p:txBody>
        </p:sp>
        <p:sp>
          <p:nvSpPr>
            <p:cNvPr id="34" name="object 34"/>
            <p:cNvSpPr/>
            <p:nvPr/>
          </p:nvSpPr>
          <p:spPr>
            <a:xfrm>
              <a:off x="4323066" y="3012443"/>
              <a:ext cx="87630" cy="1517650"/>
            </a:xfrm>
            <a:custGeom>
              <a:avLst/>
              <a:gdLst/>
              <a:ahLst/>
              <a:cxnLst/>
              <a:rect l="l" t="t" r="r" b="b"/>
              <a:pathLst>
                <a:path w="87629" h="1517650">
                  <a:moveTo>
                    <a:pt x="87624" y="1517646"/>
                  </a:moveTo>
                  <a:lnTo>
                    <a:pt x="0" y="1517646"/>
                  </a:lnTo>
                  <a:lnTo>
                    <a:pt x="0" y="0"/>
                  </a:lnTo>
                  <a:lnTo>
                    <a:pt x="87624" y="0"/>
                  </a:lnTo>
                  <a:lnTo>
                    <a:pt x="87624" y="1517646"/>
                  </a:lnTo>
                  <a:close/>
                </a:path>
              </a:pathLst>
            </a:custGeom>
            <a:solidFill>
              <a:srgbClr val="AFE1FF"/>
            </a:solidFill>
          </p:spPr>
          <p:txBody>
            <a:bodyPr wrap="square" lIns="0" tIns="0" rIns="0" bIns="0" rtlCol="0"/>
            <a:lstStyle/>
            <a:p>
              <a:endParaRPr/>
            </a:p>
          </p:txBody>
        </p:sp>
        <p:sp>
          <p:nvSpPr>
            <p:cNvPr id="35" name="object 35"/>
            <p:cNvSpPr/>
            <p:nvPr/>
          </p:nvSpPr>
          <p:spPr>
            <a:xfrm>
              <a:off x="4163034" y="3012452"/>
              <a:ext cx="168275" cy="1517650"/>
            </a:xfrm>
            <a:custGeom>
              <a:avLst/>
              <a:gdLst/>
              <a:ahLst/>
              <a:cxnLst/>
              <a:rect l="l" t="t" r="r" b="b"/>
              <a:pathLst>
                <a:path w="168275" h="1517650">
                  <a:moveTo>
                    <a:pt x="167652" y="0"/>
                  </a:moveTo>
                  <a:lnTo>
                    <a:pt x="87655" y="0"/>
                  </a:lnTo>
                  <a:lnTo>
                    <a:pt x="80022" y="0"/>
                  </a:lnTo>
                  <a:lnTo>
                    <a:pt x="0" y="0"/>
                  </a:lnTo>
                  <a:lnTo>
                    <a:pt x="0" y="1517650"/>
                  </a:lnTo>
                  <a:lnTo>
                    <a:pt x="80022" y="1517650"/>
                  </a:lnTo>
                  <a:lnTo>
                    <a:pt x="87655" y="1517650"/>
                  </a:lnTo>
                  <a:lnTo>
                    <a:pt x="167652" y="1517650"/>
                  </a:lnTo>
                  <a:lnTo>
                    <a:pt x="167652" y="0"/>
                  </a:lnTo>
                  <a:close/>
                </a:path>
              </a:pathLst>
            </a:custGeom>
            <a:solidFill>
              <a:srgbClr val="AEE1FF"/>
            </a:solidFill>
          </p:spPr>
          <p:txBody>
            <a:bodyPr wrap="square" lIns="0" tIns="0" rIns="0" bIns="0" rtlCol="0"/>
            <a:lstStyle/>
            <a:p>
              <a:endParaRPr/>
            </a:p>
          </p:txBody>
        </p:sp>
        <p:sp>
          <p:nvSpPr>
            <p:cNvPr id="36" name="object 36"/>
            <p:cNvSpPr/>
            <p:nvPr/>
          </p:nvSpPr>
          <p:spPr>
            <a:xfrm>
              <a:off x="4081766" y="3012443"/>
              <a:ext cx="88900" cy="1517650"/>
            </a:xfrm>
            <a:custGeom>
              <a:avLst/>
              <a:gdLst/>
              <a:ahLst/>
              <a:cxnLst/>
              <a:rect l="l" t="t" r="r" b="b"/>
              <a:pathLst>
                <a:path w="88900" h="1517650">
                  <a:moveTo>
                    <a:pt x="88899" y="1517646"/>
                  </a:moveTo>
                  <a:lnTo>
                    <a:pt x="0" y="1517646"/>
                  </a:lnTo>
                  <a:lnTo>
                    <a:pt x="0" y="0"/>
                  </a:lnTo>
                  <a:lnTo>
                    <a:pt x="88899" y="0"/>
                  </a:lnTo>
                  <a:lnTo>
                    <a:pt x="88899" y="1517646"/>
                  </a:lnTo>
                  <a:close/>
                </a:path>
              </a:pathLst>
            </a:custGeom>
            <a:solidFill>
              <a:srgbClr val="ACE1FF"/>
            </a:solidFill>
          </p:spPr>
          <p:txBody>
            <a:bodyPr wrap="square" lIns="0" tIns="0" rIns="0" bIns="0" rtlCol="0"/>
            <a:lstStyle/>
            <a:p>
              <a:endParaRPr/>
            </a:p>
          </p:txBody>
        </p:sp>
        <p:sp>
          <p:nvSpPr>
            <p:cNvPr id="37" name="object 37"/>
            <p:cNvSpPr/>
            <p:nvPr/>
          </p:nvSpPr>
          <p:spPr>
            <a:xfrm>
              <a:off x="4001766" y="3012443"/>
              <a:ext cx="88900" cy="1517650"/>
            </a:xfrm>
            <a:custGeom>
              <a:avLst/>
              <a:gdLst/>
              <a:ahLst/>
              <a:cxnLst/>
              <a:rect l="l" t="t" r="r" b="b"/>
              <a:pathLst>
                <a:path w="88900" h="1517650">
                  <a:moveTo>
                    <a:pt x="88899" y="1517646"/>
                  </a:moveTo>
                  <a:lnTo>
                    <a:pt x="0" y="1517646"/>
                  </a:lnTo>
                  <a:lnTo>
                    <a:pt x="0" y="0"/>
                  </a:lnTo>
                  <a:lnTo>
                    <a:pt x="88899" y="0"/>
                  </a:lnTo>
                  <a:lnTo>
                    <a:pt x="88899" y="1517646"/>
                  </a:lnTo>
                  <a:close/>
                </a:path>
              </a:pathLst>
            </a:custGeom>
            <a:solidFill>
              <a:srgbClr val="ACDFFF"/>
            </a:solidFill>
          </p:spPr>
          <p:txBody>
            <a:bodyPr wrap="square" lIns="0" tIns="0" rIns="0" bIns="0" rtlCol="0"/>
            <a:lstStyle/>
            <a:p>
              <a:endParaRPr/>
            </a:p>
          </p:txBody>
        </p:sp>
        <p:sp>
          <p:nvSpPr>
            <p:cNvPr id="38" name="object 38"/>
            <p:cNvSpPr/>
            <p:nvPr/>
          </p:nvSpPr>
          <p:spPr>
            <a:xfrm>
              <a:off x="3841737" y="3012452"/>
              <a:ext cx="168910" cy="1517650"/>
            </a:xfrm>
            <a:custGeom>
              <a:avLst/>
              <a:gdLst/>
              <a:ahLst/>
              <a:cxnLst/>
              <a:rect l="l" t="t" r="r" b="b"/>
              <a:pathLst>
                <a:path w="168910" h="1517650">
                  <a:moveTo>
                    <a:pt x="168897" y="0"/>
                  </a:moveTo>
                  <a:lnTo>
                    <a:pt x="87617" y="0"/>
                  </a:lnTo>
                  <a:lnTo>
                    <a:pt x="79997" y="0"/>
                  </a:lnTo>
                  <a:lnTo>
                    <a:pt x="0" y="0"/>
                  </a:lnTo>
                  <a:lnTo>
                    <a:pt x="0" y="1517650"/>
                  </a:lnTo>
                  <a:lnTo>
                    <a:pt x="79997" y="1517650"/>
                  </a:lnTo>
                  <a:lnTo>
                    <a:pt x="87617" y="1517650"/>
                  </a:lnTo>
                  <a:lnTo>
                    <a:pt x="168897" y="1517650"/>
                  </a:lnTo>
                  <a:lnTo>
                    <a:pt x="168897" y="0"/>
                  </a:lnTo>
                  <a:close/>
                </a:path>
              </a:pathLst>
            </a:custGeom>
            <a:solidFill>
              <a:srgbClr val="AADFFF"/>
            </a:solidFill>
          </p:spPr>
          <p:txBody>
            <a:bodyPr wrap="square" lIns="0" tIns="0" rIns="0" bIns="0" rtlCol="0"/>
            <a:lstStyle/>
            <a:p>
              <a:endParaRPr/>
            </a:p>
          </p:txBody>
        </p:sp>
        <p:sp>
          <p:nvSpPr>
            <p:cNvPr id="39" name="object 39"/>
            <p:cNvSpPr/>
            <p:nvPr/>
          </p:nvSpPr>
          <p:spPr>
            <a:xfrm>
              <a:off x="3680434" y="3012452"/>
              <a:ext cx="169545" cy="1517650"/>
            </a:xfrm>
            <a:custGeom>
              <a:avLst/>
              <a:gdLst/>
              <a:ahLst/>
              <a:cxnLst/>
              <a:rect l="l" t="t" r="r" b="b"/>
              <a:pathLst>
                <a:path w="169545" h="1517650">
                  <a:moveTo>
                    <a:pt x="168922" y="0"/>
                  </a:moveTo>
                  <a:lnTo>
                    <a:pt x="88900" y="0"/>
                  </a:lnTo>
                  <a:lnTo>
                    <a:pt x="81305" y="0"/>
                  </a:lnTo>
                  <a:lnTo>
                    <a:pt x="0" y="0"/>
                  </a:lnTo>
                  <a:lnTo>
                    <a:pt x="0" y="1517650"/>
                  </a:lnTo>
                  <a:lnTo>
                    <a:pt x="81305" y="1517650"/>
                  </a:lnTo>
                  <a:lnTo>
                    <a:pt x="88900" y="1517650"/>
                  </a:lnTo>
                  <a:lnTo>
                    <a:pt x="168922" y="1517650"/>
                  </a:lnTo>
                  <a:lnTo>
                    <a:pt x="168922" y="0"/>
                  </a:lnTo>
                  <a:close/>
                </a:path>
              </a:pathLst>
            </a:custGeom>
            <a:solidFill>
              <a:srgbClr val="A8DFFF"/>
            </a:solidFill>
          </p:spPr>
          <p:txBody>
            <a:bodyPr wrap="square" lIns="0" tIns="0" rIns="0" bIns="0" rtlCol="0"/>
            <a:lstStyle/>
            <a:p>
              <a:endParaRPr/>
            </a:p>
          </p:txBody>
        </p:sp>
        <p:sp>
          <p:nvSpPr>
            <p:cNvPr id="40" name="object 40"/>
            <p:cNvSpPr/>
            <p:nvPr/>
          </p:nvSpPr>
          <p:spPr>
            <a:xfrm>
              <a:off x="3600442" y="3012443"/>
              <a:ext cx="88900" cy="1517650"/>
            </a:xfrm>
            <a:custGeom>
              <a:avLst/>
              <a:gdLst/>
              <a:ahLst/>
              <a:cxnLst/>
              <a:rect l="l" t="t" r="r" b="b"/>
              <a:pathLst>
                <a:path w="88900" h="1517650">
                  <a:moveTo>
                    <a:pt x="88899" y="1517646"/>
                  </a:moveTo>
                  <a:lnTo>
                    <a:pt x="0" y="1517646"/>
                  </a:lnTo>
                  <a:lnTo>
                    <a:pt x="0" y="0"/>
                  </a:lnTo>
                  <a:lnTo>
                    <a:pt x="88899" y="0"/>
                  </a:lnTo>
                  <a:lnTo>
                    <a:pt x="88899" y="1517646"/>
                  </a:lnTo>
                  <a:close/>
                </a:path>
              </a:pathLst>
            </a:custGeom>
            <a:solidFill>
              <a:srgbClr val="A7DFFF"/>
            </a:solidFill>
          </p:spPr>
          <p:txBody>
            <a:bodyPr wrap="square" lIns="0" tIns="0" rIns="0" bIns="0" rtlCol="0"/>
            <a:lstStyle/>
            <a:p>
              <a:endParaRPr/>
            </a:p>
          </p:txBody>
        </p:sp>
        <p:sp>
          <p:nvSpPr>
            <p:cNvPr id="41" name="object 41"/>
            <p:cNvSpPr/>
            <p:nvPr/>
          </p:nvSpPr>
          <p:spPr>
            <a:xfrm>
              <a:off x="3440417" y="3012452"/>
              <a:ext cx="169545" cy="1517650"/>
            </a:xfrm>
            <a:custGeom>
              <a:avLst/>
              <a:gdLst/>
              <a:ahLst/>
              <a:cxnLst/>
              <a:rect l="l" t="t" r="r" b="b"/>
              <a:pathLst>
                <a:path w="169545" h="1517650">
                  <a:moveTo>
                    <a:pt x="168922" y="0"/>
                  </a:moveTo>
                  <a:lnTo>
                    <a:pt x="88900" y="0"/>
                  </a:lnTo>
                  <a:lnTo>
                    <a:pt x="80022" y="0"/>
                  </a:lnTo>
                  <a:lnTo>
                    <a:pt x="0" y="0"/>
                  </a:lnTo>
                  <a:lnTo>
                    <a:pt x="0" y="1517650"/>
                  </a:lnTo>
                  <a:lnTo>
                    <a:pt x="80022" y="1517650"/>
                  </a:lnTo>
                  <a:lnTo>
                    <a:pt x="88900" y="1517650"/>
                  </a:lnTo>
                  <a:lnTo>
                    <a:pt x="168922" y="1517650"/>
                  </a:lnTo>
                  <a:lnTo>
                    <a:pt x="168922" y="0"/>
                  </a:lnTo>
                  <a:close/>
                </a:path>
              </a:pathLst>
            </a:custGeom>
            <a:solidFill>
              <a:srgbClr val="A5DDFF"/>
            </a:solidFill>
          </p:spPr>
          <p:txBody>
            <a:bodyPr wrap="square" lIns="0" tIns="0" rIns="0" bIns="0" rtlCol="0"/>
            <a:lstStyle/>
            <a:p>
              <a:endParaRPr/>
            </a:p>
          </p:txBody>
        </p:sp>
        <p:sp>
          <p:nvSpPr>
            <p:cNvPr id="42" name="object 42"/>
            <p:cNvSpPr/>
            <p:nvPr/>
          </p:nvSpPr>
          <p:spPr>
            <a:xfrm>
              <a:off x="3280384" y="3012452"/>
              <a:ext cx="168275" cy="1517650"/>
            </a:xfrm>
            <a:custGeom>
              <a:avLst/>
              <a:gdLst/>
              <a:ahLst/>
              <a:cxnLst/>
              <a:rect l="l" t="t" r="r" b="b"/>
              <a:pathLst>
                <a:path w="168275" h="1517650">
                  <a:moveTo>
                    <a:pt x="167652" y="0"/>
                  </a:moveTo>
                  <a:lnTo>
                    <a:pt x="87655" y="0"/>
                  </a:lnTo>
                  <a:lnTo>
                    <a:pt x="80022" y="0"/>
                  </a:lnTo>
                  <a:lnTo>
                    <a:pt x="0" y="0"/>
                  </a:lnTo>
                  <a:lnTo>
                    <a:pt x="0" y="1517650"/>
                  </a:lnTo>
                  <a:lnTo>
                    <a:pt x="80022" y="1517650"/>
                  </a:lnTo>
                  <a:lnTo>
                    <a:pt x="87655" y="1517650"/>
                  </a:lnTo>
                  <a:lnTo>
                    <a:pt x="167652" y="1517650"/>
                  </a:lnTo>
                  <a:lnTo>
                    <a:pt x="167652" y="0"/>
                  </a:lnTo>
                  <a:close/>
                </a:path>
              </a:pathLst>
            </a:custGeom>
            <a:solidFill>
              <a:srgbClr val="A3DDFF"/>
            </a:solidFill>
          </p:spPr>
          <p:txBody>
            <a:bodyPr wrap="square" lIns="0" tIns="0" rIns="0" bIns="0" rtlCol="0"/>
            <a:lstStyle/>
            <a:p>
              <a:endParaRPr/>
            </a:p>
          </p:txBody>
        </p:sp>
        <p:sp>
          <p:nvSpPr>
            <p:cNvPr id="43" name="object 43"/>
            <p:cNvSpPr/>
            <p:nvPr/>
          </p:nvSpPr>
          <p:spPr>
            <a:xfrm>
              <a:off x="3120390" y="3012452"/>
              <a:ext cx="167640" cy="1517650"/>
            </a:xfrm>
            <a:custGeom>
              <a:avLst/>
              <a:gdLst/>
              <a:ahLst/>
              <a:cxnLst/>
              <a:rect l="l" t="t" r="r" b="b"/>
              <a:pathLst>
                <a:path w="167639" h="1517650">
                  <a:moveTo>
                    <a:pt x="167627" y="0"/>
                  </a:moveTo>
                  <a:lnTo>
                    <a:pt x="87617" y="0"/>
                  </a:lnTo>
                  <a:lnTo>
                    <a:pt x="78727" y="0"/>
                  </a:lnTo>
                  <a:lnTo>
                    <a:pt x="0" y="0"/>
                  </a:lnTo>
                  <a:lnTo>
                    <a:pt x="0" y="1517650"/>
                  </a:lnTo>
                  <a:lnTo>
                    <a:pt x="78727" y="1517650"/>
                  </a:lnTo>
                  <a:lnTo>
                    <a:pt x="87617" y="1517650"/>
                  </a:lnTo>
                  <a:lnTo>
                    <a:pt x="167627" y="1517650"/>
                  </a:lnTo>
                  <a:lnTo>
                    <a:pt x="167627" y="0"/>
                  </a:lnTo>
                  <a:close/>
                </a:path>
              </a:pathLst>
            </a:custGeom>
            <a:solidFill>
              <a:srgbClr val="A1DDFF"/>
            </a:solidFill>
          </p:spPr>
          <p:txBody>
            <a:bodyPr wrap="square" lIns="0" tIns="0" rIns="0" bIns="0" rtlCol="0"/>
            <a:lstStyle/>
            <a:p>
              <a:endParaRPr/>
            </a:p>
          </p:txBody>
        </p:sp>
        <p:sp>
          <p:nvSpPr>
            <p:cNvPr id="44" name="object 44"/>
            <p:cNvSpPr/>
            <p:nvPr/>
          </p:nvSpPr>
          <p:spPr>
            <a:xfrm>
              <a:off x="3039093" y="3012443"/>
              <a:ext cx="88900" cy="1517650"/>
            </a:xfrm>
            <a:custGeom>
              <a:avLst/>
              <a:gdLst/>
              <a:ahLst/>
              <a:cxnLst/>
              <a:rect l="l" t="t" r="r" b="b"/>
              <a:pathLst>
                <a:path w="88900" h="1517650">
                  <a:moveTo>
                    <a:pt x="88899" y="1517646"/>
                  </a:moveTo>
                  <a:lnTo>
                    <a:pt x="0" y="1517646"/>
                  </a:lnTo>
                  <a:lnTo>
                    <a:pt x="0" y="0"/>
                  </a:lnTo>
                  <a:lnTo>
                    <a:pt x="88899" y="0"/>
                  </a:lnTo>
                  <a:lnTo>
                    <a:pt x="88899" y="1517646"/>
                  </a:lnTo>
                  <a:close/>
                </a:path>
              </a:pathLst>
            </a:custGeom>
            <a:solidFill>
              <a:srgbClr val="A0DBFF"/>
            </a:solidFill>
          </p:spPr>
          <p:txBody>
            <a:bodyPr wrap="square" lIns="0" tIns="0" rIns="0" bIns="0" rtlCol="0"/>
            <a:lstStyle/>
            <a:p>
              <a:endParaRPr/>
            </a:p>
          </p:txBody>
        </p:sp>
        <p:sp>
          <p:nvSpPr>
            <p:cNvPr id="45" name="object 45"/>
            <p:cNvSpPr/>
            <p:nvPr/>
          </p:nvSpPr>
          <p:spPr>
            <a:xfrm>
              <a:off x="2879090" y="3012452"/>
              <a:ext cx="168910" cy="1517650"/>
            </a:xfrm>
            <a:custGeom>
              <a:avLst/>
              <a:gdLst/>
              <a:ahLst/>
              <a:cxnLst/>
              <a:rect l="l" t="t" r="r" b="b"/>
              <a:pathLst>
                <a:path w="168910" h="1517650">
                  <a:moveTo>
                    <a:pt x="168897" y="0"/>
                  </a:moveTo>
                  <a:lnTo>
                    <a:pt x="87617" y="0"/>
                  </a:lnTo>
                  <a:lnTo>
                    <a:pt x="79997" y="0"/>
                  </a:lnTo>
                  <a:lnTo>
                    <a:pt x="0" y="0"/>
                  </a:lnTo>
                  <a:lnTo>
                    <a:pt x="0" y="1517650"/>
                  </a:lnTo>
                  <a:lnTo>
                    <a:pt x="79997" y="1517650"/>
                  </a:lnTo>
                  <a:lnTo>
                    <a:pt x="87617" y="1517650"/>
                  </a:lnTo>
                  <a:lnTo>
                    <a:pt x="168897" y="1517650"/>
                  </a:lnTo>
                  <a:lnTo>
                    <a:pt x="168897" y="0"/>
                  </a:lnTo>
                  <a:close/>
                </a:path>
              </a:pathLst>
            </a:custGeom>
            <a:solidFill>
              <a:srgbClr val="9EDBFF"/>
            </a:solidFill>
          </p:spPr>
          <p:txBody>
            <a:bodyPr wrap="square" lIns="0" tIns="0" rIns="0" bIns="0" rtlCol="0"/>
            <a:lstStyle/>
            <a:p>
              <a:endParaRPr/>
            </a:p>
          </p:txBody>
        </p:sp>
        <p:sp>
          <p:nvSpPr>
            <p:cNvPr id="46" name="object 46"/>
            <p:cNvSpPr/>
            <p:nvPr/>
          </p:nvSpPr>
          <p:spPr>
            <a:xfrm>
              <a:off x="2717787" y="3012452"/>
              <a:ext cx="168910" cy="1517650"/>
            </a:xfrm>
            <a:custGeom>
              <a:avLst/>
              <a:gdLst/>
              <a:ahLst/>
              <a:cxnLst/>
              <a:rect l="l" t="t" r="r" b="b"/>
              <a:pathLst>
                <a:path w="168910" h="1517650">
                  <a:moveTo>
                    <a:pt x="168897" y="0"/>
                  </a:moveTo>
                  <a:lnTo>
                    <a:pt x="88900" y="0"/>
                  </a:lnTo>
                  <a:lnTo>
                    <a:pt x="81280" y="0"/>
                  </a:lnTo>
                  <a:lnTo>
                    <a:pt x="0" y="0"/>
                  </a:lnTo>
                  <a:lnTo>
                    <a:pt x="0" y="1517650"/>
                  </a:lnTo>
                  <a:lnTo>
                    <a:pt x="81280" y="1517650"/>
                  </a:lnTo>
                  <a:lnTo>
                    <a:pt x="88900" y="1517650"/>
                  </a:lnTo>
                  <a:lnTo>
                    <a:pt x="168897" y="1517650"/>
                  </a:lnTo>
                  <a:lnTo>
                    <a:pt x="168897" y="0"/>
                  </a:lnTo>
                  <a:close/>
                </a:path>
              </a:pathLst>
            </a:custGeom>
            <a:solidFill>
              <a:srgbClr val="9CDBFF"/>
            </a:solidFill>
          </p:spPr>
          <p:txBody>
            <a:bodyPr wrap="square" lIns="0" tIns="0" rIns="0" bIns="0" rtlCol="0"/>
            <a:lstStyle/>
            <a:p>
              <a:endParaRPr/>
            </a:p>
          </p:txBody>
        </p:sp>
        <p:sp>
          <p:nvSpPr>
            <p:cNvPr id="47" name="object 47"/>
            <p:cNvSpPr/>
            <p:nvPr/>
          </p:nvSpPr>
          <p:spPr>
            <a:xfrm>
              <a:off x="2637794" y="3012443"/>
              <a:ext cx="88900" cy="1517650"/>
            </a:xfrm>
            <a:custGeom>
              <a:avLst/>
              <a:gdLst/>
              <a:ahLst/>
              <a:cxnLst/>
              <a:rect l="l" t="t" r="r" b="b"/>
              <a:pathLst>
                <a:path w="88900" h="1517650">
                  <a:moveTo>
                    <a:pt x="88899" y="1517646"/>
                  </a:moveTo>
                  <a:lnTo>
                    <a:pt x="0" y="1517646"/>
                  </a:lnTo>
                  <a:lnTo>
                    <a:pt x="0" y="0"/>
                  </a:lnTo>
                  <a:lnTo>
                    <a:pt x="88899" y="0"/>
                  </a:lnTo>
                  <a:lnTo>
                    <a:pt x="88899" y="1517646"/>
                  </a:lnTo>
                  <a:close/>
                </a:path>
              </a:pathLst>
            </a:custGeom>
            <a:solidFill>
              <a:srgbClr val="9ADBFF"/>
            </a:solidFill>
          </p:spPr>
          <p:txBody>
            <a:bodyPr wrap="square" lIns="0" tIns="0" rIns="0" bIns="0" rtlCol="0"/>
            <a:lstStyle/>
            <a:p>
              <a:endParaRPr/>
            </a:p>
          </p:txBody>
        </p:sp>
        <p:sp>
          <p:nvSpPr>
            <p:cNvPr id="48" name="object 48"/>
            <p:cNvSpPr/>
            <p:nvPr/>
          </p:nvSpPr>
          <p:spPr>
            <a:xfrm>
              <a:off x="2557769" y="3012443"/>
              <a:ext cx="87630" cy="1517650"/>
            </a:xfrm>
            <a:custGeom>
              <a:avLst/>
              <a:gdLst/>
              <a:ahLst/>
              <a:cxnLst/>
              <a:rect l="l" t="t" r="r" b="b"/>
              <a:pathLst>
                <a:path w="87630" h="1517650">
                  <a:moveTo>
                    <a:pt x="87624" y="1517646"/>
                  </a:moveTo>
                  <a:lnTo>
                    <a:pt x="0" y="1517646"/>
                  </a:lnTo>
                  <a:lnTo>
                    <a:pt x="0" y="0"/>
                  </a:lnTo>
                  <a:lnTo>
                    <a:pt x="87624" y="0"/>
                  </a:lnTo>
                  <a:lnTo>
                    <a:pt x="87624" y="1517646"/>
                  </a:lnTo>
                  <a:close/>
                </a:path>
              </a:pathLst>
            </a:custGeom>
            <a:solidFill>
              <a:srgbClr val="9ADAFF"/>
            </a:solidFill>
          </p:spPr>
          <p:txBody>
            <a:bodyPr wrap="square" lIns="0" tIns="0" rIns="0" bIns="0" rtlCol="0"/>
            <a:lstStyle/>
            <a:p>
              <a:endParaRPr/>
            </a:p>
          </p:txBody>
        </p:sp>
        <p:sp>
          <p:nvSpPr>
            <p:cNvPr id="49" name="object 49"/>
            <p:cNvSpPr/>
            <p:nvPr/>
          </p:nvSpPr>
          <p:spPr>
            <a:xfrm>
              <a:off x="2397755" y="3012443"/>
              <a:ext cx="168910" cy="1517650"/>
            </a:xfrm>
            <a:custGeom>
              <a:avLst/>
              <a:gdLst/>
              <a:ahLst/>
              <a:cxnLst/>
              <a:rect l="l" t="t" r="r" b="b"/>
              <a:pathLst>
                <a:path w="168910" h="1517650">
                  <a:moveTo>
                    <a:pt x="168914" y="1517646"/>
                  </a:moveTo>
                  <a:lnTo>
                    <a:pt x="0" y="1517646"/>
                  </a:lnTo>
                  <a:lnTo>
                    <a:pt x="0" y="0"/>
                  </a:lnTo>
                  <a:lnTo>
                    <a:pt x="168914" y="0"/>
                  </a:lnTo>
                  <a:lnTo>
                    <a:pt x="168914" y="1517646"/>
                  </a:lnTo>
                  <a:close/>
                </a:path>
              </a:pathLst>
            </a:custGeom>
            <a:solidFill>
              <a:srgbClr val="99DAFF"/>
            </a:solidFill>
          </p:spPr>
          <p:txBody>
            <a:bodyPr wrap="square" lIns="0" tIns="0" rIns="0" bIns="0" rtlCol="0"/>
            <a:lstStyle/>
            <a:p>
              <a:endParaRPr/>
            </a:p>
          </p:txBody>
        </p:sp>
        <p:sp>
          <p:nvSpPr>
            <p:cNvPr id="50" name="object 50"/>
            <p:cNvSpPr/>
            <p:nvPr/>
          </p:nvSpPr>
          <p:spPr>
            <a:xfrm>
              <a:off x="2317745" y="3012443"/>
              <a:ext cx="87630" cy="1517650"/>
            </a:xfrm>
            <a:custGeom>
              <a:avLst/>
              <a:gdLst/>
              <a:ahLst/>
              <a:cxnLst/>
              <a:rect l="l" t="t" r="r" b="b"/>
              <a:pathLst>
                <a:path w="87630" h="1517650">
                  <a:moveTo>
                    <a:pt x="87629" y="1517646"/>
                  </a:moveTo>
                  <a:lnTo>
                    <a:pt x="0" y="1517646"/>
                  </a:lnTo>
                  <a:lnTo>
                    <a:pt x="0" y="0"/>
                  </a:lnTo>
                  <a:lnTo>
                    <a:pt x="87629" y="0"/>
                  </a:lnTo>
                  <a:lnTo>
                    <a:pt x="87629" y="1517646"/>
                  </a:lnTo>
                  <a:close/>
                </a:path>
              </a:pathLst>
            </a:custGeom>
            <a:solidFill>
              <a:srgbClr val="97D8FF"/>
            </a:solidFill>
          </p:spPr>
          <p:txBody>
            <a:bodyPr wrap="square" lIns="0" tIns="0" rIns="0" bIns="0" rtlCol="0"/>
            <a:lstStyle/>
            <a:p>
              <a:endParaRPr/>
            </a:p>
          </p:txBody>
        </p:sp>
        <p:sp>
          <p:nvSpPr>
            <p:cNvPr id="51" name="object 51"/>
            <p:cNvSpPr/>
            <p:nvPr/>
          </p:nvSpPr>
          <p:spPr>
            <a:xfrm>
              <a:off x="2156447" y="3012452"/>
              <a:ext cx="168910" cy="1517650"/>
            </a:xfrm>
            <a:custGeom>
              <a:avLst/>
              <a:gdLst/>
              <a:ahLst/>
              <a:cxnLst/>
              <a:rect l="l" t="t" r="r" b="b"/>
              <a:pathLst>
                <a:path w="168910" h="1517650">
                  <a:moveTo>
                    <a:pt x="168910" y="0"/>
                  </a:moveTo>
                  <a:lnTo>
                    <a:pt x="88900" y="0"/>
                  </a:lnTo>
                  <a:lnTo>
                    <a:pt x="80010" y="0"/>
                  </a:lnTo>
                  <a:lnTo>
                    <a:pt x="0" y="0"/>
                  </a:lnTo>
                  <a:lnTo>
                    <a:pt x="0" y="1517650"/>
                  </a:lnTo>
                  <a:lnTo>
                    <a:pt x="80010" y="1517650"/>
                  </a:lnTo>
                  <a:lnTo>
                    <a:pt x="88900" y="1517650"/>
                  </a:lnTo>
                  <a:lnTo>
                    <a:pt x="168910" y="1517650"/>
                  </a:lnTo>
                  <a:lnTo>
                    <a:pt x="168910" y="0"/>
                  </a:lnTo>
                  <a:close/>
                </a:path>
              </a:pathLst>
            </a:custGeom>
            <a:solidFill>
              <a:srgbClr val="95D8FF"/>
            </a:solidFill>
          </p:spPr>
          <p:txBody>
            <a:bodyPr wrap="square" lIns="0" tIns="0" rIns="0" bIns="0" rtlCol="0"/>
            <a:lstStyle/>
            <a:p>
              <a:endParaRPr/>
            </a:p>
          </p:txBody>
        </p:sp>
        <p:sp>
          <p:nvSpPr>
            <p:cNvPr id="52" name="object 52"/>
            <p:cNvSpPr/>
            <p:nvPr/>
          </p:nvSpPr>
          <p:spPr>
            <a:xfrm>
              <a:off x="1996427" y="3012452"/>
              <a:ext cx="167640" cy="1517650"/>
            </a:xfrm>
            <a:custGeom>
              <a:avLst/>
              <a:gdLst/>
              <a:ahLst/>
              <a:cxnLst/>
              <a:rect l="l" t="t" r="r" b="b"/>
              <a:pathLst>
                <a:path w="167639" h="1517650">
                  <a:moveTo>
                    <a:pt x="167640" y="0"/>
                  </a:moveTo>
                  <a:lnTo>
                    <a:pt x="88900" y="0"/>
                  </a:lnTo>
                  <a:lnTo>
                    <a:pt x="80010" y="0"/>
                  </a:lnTo>
                  <a:lnTo>
                    <a:pt x="0" y="0"/>
                  </a:lnTo>
                  <a:lnTo>
                    <a:pt x="0" y="1517650"/>
                  </a:lnTo>
                  <a:lnTo>
                    <a:pt x="80010" y="1517650"/>
                  </a:lnTo>
                  <a:lnTo>
                    <a:pt x="88900" y="1517650"/>
                  </a:lnTo>
                  <a:lnTo>
                    <a:pt x="167640" y="1517650"/>
                  </a:lnTo>
                  <a:lnTo>
                    <a:pt x="167640" y="0"/>
                  </a:lnTo>
                  <a:close/>
                </a:path>
              </a:pathLst>
            </a:custGeom>
            <a:solidFill>
              <a:srgbClr val="93D8FF"/>
            </a:solidFill>
          </p:spPr>
          <p:txBody>
            <a:bodyPr wrap="square" lIns="0" tIns="0" rIns="0" bIns="0" rtlCol="0"/>
            <a:lstStyle/>
            <a:p>
              <a:endParaRPr/>
            </a:p>
          </p:txBody>
        </p:sp>
        <p:sp>
          <p:nvSpPr>
            <p:cNvPr id="53" name="object 53"/>
            <p:cNvSpPr/>
            <p:nvPr/>
          </p:nvSpPr>
          <p:spPr>
            <a:xfrm>
              <a:off x="1916426" y="3012443"/>
              <a:ext cx="87630" cy="1517650"/>
            </a:xfrm>
            <a:custGeom>
              <a:avLst/>
              <a:gdLst/>
              <a:ahLst/>
              <a:cxnLst/>
              <a:rect l="l" t="t" r="r" b="b"/>
              <a:pathLst>
                <a:path w="87630" h="1517650">
                  <a:moveTo>
                    <a:pt x="87629" y="1517646"/>
                  </a:moveTo>
                  <a:lnTo>
                    <a:pt x="0" y="1517646"/>
                  </a:lnTo>
                  <a:lnTo>
                    <a:pt x="0" y="0"/>
                  </a:lnTo>
                  <a:lnTo>
                    <a:pt x="87629" y="0"/>
                  </a:lnTo>
                  <a:lnTo>
                    <a:pt x="87629" y="1517646"/>
                  </a:lnTo>
                  <a:close/>
                </a:path>
              </a:pathLst>
            </a:custGeom>
            <a:solidFill>
              <a:srgbClr val="91D8FF"/>
            </a:solidFill>
          </p:spPr>
          <p:txBody>
            <a:bodyPr wrap="square" lIns="0" tIns="0" rIns="0" bIns="0" rtlCol="0"/>
            <a:lstStyle/>
            <a:p>
              <a:endParaRPr/>
            </a:p>
          </p:txBody>
        </p:sp>
        <p:sp>
          <p:nvSpPr>
            <p:cNvPr id="54" name="object 54"/>
            <p:cNvSpPr/>
            <p:nvPr/>
          </p:nvSpPr>
          <p:spPr>
            <a:xfrm>
              <a:off x="1836416" y="3012443"/>
              <a:ext cx="87630" cy="1517650"/>
            </a:xfrm>
            <a:custGeom>
              <a:avLst/>
              <a:gdLst/>
              <a:ahLst/>
              <a:cxnLst/>
              <a:rect l="l" t="t" r="r" b="b"/>
              <a:pathLst>
                <a:path w="87630" h="1517650">
                  <a:moveTo>
                    <a:pt x="87629" y="1517646"/>
                  </a:moveTo>
                  <a:lnTo>
                    <a:pt x="0" y="1517646"/>
                  </a:lnTo>
                  <a:lnTo>
                    <a:pt x="0" y="0"/>
                  </a:lnTo>
                  <a:lnTo>
                    <a:pt x="87629" y="0"/>
                  </a:lnTo>
                  <a:lnTo>
                    <a:pt x="87629" y="1517646"/>
                  </a:lnTo>
                  <a:close/>
                </a:path>
              </a:pathLst>
            </a:custGeom>
            <a:solidFill>
              <a:srgbClr val="91D6FF"/>
            </a:solidFill>
          </p:spPr>
          <p:txBody>
            <a:bodyPr wrap="square" lIns="0" tIns="0" rIns="0" bIns="0" rtlCol="0"/>
            <a:lstStyle/>
            <a:p>
              <a:endParaRPr/>
            </a:p>
          </p:txBody>
        </p:sp>
        <p:sp>
          <p:nvSpPr>
            <p:cNvPr id="55" name="object 55"/>
            <p:cNvSpPr/>
            <p:nvPr/>
          </p:nvSpPr>
          <p:spPr>
            <a:xfrm>
              <a:off x="1755136" y="3012443"/>
              <a:ext cx="88900" cy="1517650"/>
            </a:xfrm>
            <a:custGeom>
              <a:avLst/>
              <a:gdLst/>
              <a:ahLst/>
              <a:cxnLst/>
              <a:rect l="l" t="t" r="r" b="b"/>
              <a:pathLst>
                <a:path w="88900" h="1517650">
                  <a:moveTo>
                    <a:pt x="88899" y="1517646"/>
                  </a:moveTo>
                  <a:lnTo>
                    <a:pt x="0" y="1517646"/>
                  </a:lnTo>
                  <a:lnTo>
                    <a:pt x="0" y="0"/>
                  </a:lnTo>
                  <a:lnTo>
                    <a:pt x="88899" y="0"/>
                  </a:lnTo>
                  <a:lnTo>
                    <a:pt x="88899" y="1517646"/>
                  </a:lnTo>
                  <a:close/>
                </a:path>
              </a:pathLst>
            </a:custGeom>
            <a:solidFill>
              <a:srgbClr val="90D6FF"/>
            </a:solidFill>
          </p:spPr>
          <p:txBody>
            <a:bodyPr wrap="square" lIns="0" tIns="0" rIns="0" bIns="0" rtlCol="0"/>
            <a:lstStyle/>
            <a:p>
              <a:endParaRPr/>
            </a:p>
          </p:txBody>
        </p:sp>
        <p:sp>
          <p:nvSpPr>
            <p:cNvPr id="56" name="object 56"/>
            <p:cNvSpPr/>
            <p:nvPr/>
          </p:nvSpPr>
          <p:spPr>
            <a:xfrm>
              <a:off x="1595107" y="3012452"/>
              <a:ext cx="168910" cy="1517650"/>
            </a:xfrm>
            <a:custGeom>
              <a:avLst/>
              <a:gdLst/>
              <a:ahLst/>
              <a:cxnLst/>
              <a:rect l="l" t="t" r="r" b="b"/>
              <a:pathLst>
                <a:path w="168910" h="1517650">
                  <a:moveTo>
                    <a:pt x="168910" y="0"/>
                  </a:moveTo>
                  <a:lnTo>
                    <a:pt x="87630" y="0"/>
                  </a:lnTo>
                  <a:lnTo>
                    <a:pt x="80010" y="0"/>
                  </a:lnTo>
                  <a:lnTo>
                    <a:pt x="0" y="0"/>
                  </a:lnTo>
                  <a:lnTo>
                    <a:pt x="0" y="1517650"/>
                  </a:lnTo>
                  <a:lnTo>
                    <a:pt x="80010" y="1517650"/>
                  </a:lnTo>
                  <a:lnTo>
                    <a:pt x="87630" y="1517650"/>
                  </a:lnTo>
                  <a:lnTo>
                    <a:pt x="168910" y="1517650"/>
                  </a:lnTo>
                  <a:lnTo>
                    <a:pt x="168910" y="0"/>
                  </a:lnTo>
                  <a:close/>
                </a:path>
              </a:pathLst>
            </a:custGeom>
            <a:solidFill>
              <a:srgbClr val="8ED6FF"/>
            </a:solidFill>
          </p:spPr>
          <p:txBody>
            <a:bodyPr wrap="square" lIns="0" tIns="0" rIns="0" bIns="0" rtlCol="0"/>
            <a:lstStyle/>
            <a:p>
              <a:endParaRPr/>
            </a:p>
          </p:txBody>
        </p:sp>
        <p:sp>
          <p:nvSpPr>
            <p:cNvPr id="57" name="object 57"/>
            <p:cNvSpPr/>
            <p:nvPr/>
          </p:nvSpPr>
          <p:spPr>
            <a:xfrm>
              <a:off x="1435087" y="3012452"/>
              <a:ext cx="167640" cy="1517650"/>
            </a:xfrm>
            <a:custGeom>
              <a:avLst/>
              <a:gdLst/>
              <a:ahLst/>
              <a:cxnLst/>
              <a:rect l="l" t="t" r="r" b="b"/>
              <a:pathLst>
                <a:path w="167640" h="1517650">
                  <a:moveTo>
                    <a:pt x="167640" y="0"/>
                  </a:moveTo>
                  <a:lnTo>
                    <a:pt x="87630" y="0"/>
                  </a:lnTo>
                  <a:lnTo>
                    <a:pt x="80010" y="0"/>
                  </a:lnTo>
                  <a:lnTo>
                    <a:pt x="0" y="0"/>
                  </a:lnTo>
                  <a:lnTo>
                    <a:pt x="0" y="1517650"/>
                  </a:lnTo>
                  <a:lnTo>
                    <a:pt x="80010" y="1517650"/>
                  </a:lnTo>
                  <a:lnTo>
                    <a:pt x="87630" y="1517650"/>
                  </a:lnTo>
                  <a:lnTo>
                    <a:pt x="167640" y="1517650"/>
                  </a:lnTo>
                  <a:lnTo>
                    <a:pt x="167640" y="0"/>
                  </a:lnTo>
                  <a:close/>
                </a:path>
              </a:pathLst>
            </a:custGeom>
            <a:solidFill>
              <a:srgbClr val="8CD6FF"/>
            </a:solidFill>
          </p:spPr>
          <p:txBody>
            <a:bodyPr wrap="square" lIns="0" tIns="0" rIns="0" bIns="0" rtlCol="0"/>
            <a:lstStyle/>
            <a:p>
              <a:endParaRPr/>
            </a:p>
          </p:txBody>
        </p:sp>
        <p:sp>
          <p:nvSpPr>
            <p:cNvPr id="58" name="object 58"/>
            <p:cNvSpPr/>
            <p:nvPr/>
          </p:nvSpPr>
          <p:spPr>
            <a:xfrm>
              <a:off x="1355087" y="3012443"/>
              <a:ext cx="87630" cy="1517650"/>
            </a:xfrm>
            <a:custGeom>
              <a:avLst/>
              <a:gdLst/>
              <a:ahLst/>
              <a:cxnLst/>
              <a:rect l="l" t="t" r="r" b="b"/>
              <a:pathLst>
                <a:path w="87630" h="1517650">
                  <a:moveTo>
                    <a:pt x="87627" y="1517646"/>
                  </a:moveTo>
                  <a:lnTo>
                    <a:pt x="0" y="1517646"/>
                  </a:lnTo>
                  <a:lnTo>
                    <a:pt x="0" y="0"/>
                  </a:lnTo>
                  <a:lnTo>
                    <a:pt x="87627" y="0"/>
                  </a:lnTo>
                  <a:lnTo>
                    <a:pt x="87627" y="1517646"/>
                  </a:lnTo>
                  <a:close/>
                </a:path>
              </a:pathLst>
            </a:custGeom>
            <a:solidFill>
              <a:srgbClr val="8AD4FF"/>
            </a:solidFill>
          </p:spPr>
          <p:txBody>
            <a:bodyPr wrap="square" lIns="0" tIns="0" rIns="0" bIns="0" rtlCol="0"/>
            <a:lstStyle/>
            <a:p>
              <a:endParaRPr/>
            </a:p>
          </p:txBody>
        </p:sp>
        <p:sp>
          <p:nvSpPr>
            <p:cNvPr id="59" name="object 59"/>
            <p:cNvSpPr/>
            <p:nvPr/>
          </p:nvSpPr>
          <p:spPr>
            <a:xfrm>
              <a:off x="1193787" y="3012452"/>
              <a:ext cx="168910" cy="1517650"/>
            </a:xfrm>
            <a:custGeom>
              <a:avLst/>
              <a:gdLst/>
              <a:ahLst/>
              <a:cxnLst/>
              <a:rect l="l" t="t" r="r" b="b"/>
              <a:pathLst>
                <a:path w="168909" h="1517650">
                  <a:moveTo>
                    <a:pt x="168910" y="0"/>
                  </a:moveTo>
                  <a:lnTo>
                    <a:pt x="88900" y="0"/>
                  </a:lnTo>
                  <a:lnTo>
                    <a:pt x="80010" y="0"/>
                  </a:lnTo>
                  <a:lnTo>
                    <a:pt x="0" y="0"/>
                  </a:lnTo>
                  <a:lnTo>
                    <a:pt x="0" y="1517650"/>
                  </a:lnTo>
                  <a:lnTo>
                    <a:pt x="80010" y="1517650"/>
                  </a:lnTo>
                  <a:lnTo>
                    <a:pt x="88900" y="1517650"/>
                  </a:lnTo>
                  <a:lnTo>
                    <a:pt x="168910" y="1517650"/>
                  </a:lnTo>
                  <a:lnTo>
                    <a:pt x="168910" y="0"/>
                  </a:lnTo>
                  <a:close/>
                </a:path>
              </a:pathLst>
            </a:custGeom>
            <a:solidFill>
              <a:srgbClr val="89D4FF"/>
            </a:solidFill>
          </p:spPr>
          <p:txBody>
            <a:bodyPr wrap="square" lIns="0" tIns="0" rIns="0" bIns="0" rtlCol="0"/>
            <a:lstStyle/>
            <a:p>
              <a:endParaRPr/>
            </a:p>
          </p:txBody>
        </p:sp>
        <p:sp>
          <p:nvSpPr>
            <p:cNvPr id="60" name="object 60"/>
            <p:cNvSpPr/>
            <p:nvPr/>
          </p:nvSpPr>
          <p:spPr>
            <a:xfrm>
              <a:off x="1042657" y="3012452"/>
              <a:ext cx="158750" cy="1517650"/>
            </a:xfrm>
            <a:custGeom>
              <a:avLst/>
              <a:gdLst/>
              <a:ahLst/>
              <a:cxnLst/>
              <a:rect l="l" t="t" r="r" b="b"/>
              <a:pathLst>
                <a:path w="158750" h="1517650">
                  <a:moveTo>
                    <a:pt x="158750" y="0"/>
                  </a:moveTo>
                  <a:lnTo>
                    <a:pt x="71120" y="0"/>
                  </a:lnTo>
                  <a:lnTo>
                    <a:pt x="71120" y="2527"/>
                  </a:lnTo>
                  <a:lnTo>
                    <a:pt x="0" y="2527"/>
                  </a:lnTo>
                  <a:lnTo>
                    <a:pt x="0" y="1516367"/>
                  </a:lnTo>
                  <a:lnTo>
                    <a:pt x="71120" y="1516367"/>
                  </a:lnTo>
                  <a:lnTo>
                    <a:pt x="71120" y="1517650"/>
                  </a:lnTo>
                  <a:lnTo>
                    <a:pt x="158750" y="1517650"/>
                  </a:lnTo>
                  <a:lnTo>
                    <a:pt x="158750" y="0"/>
                  </a:lnTo>
                  <a:close/>
                </a:path>
              </a:pathLst>
            </a:custGeom>
            <a:solidFill>
              <a:srgbClr val="87D4FF"/>
            </a:solidFill>
          </p:spPr>
          <p:txBody>
            <a:bodyPr wrap="square" lIns="0" tIns="0" rIns="0" bIns="0" rtlCol="0"/>
            <a:lstStyle/>
            <a:p>
              <a:endParaRPr/>
            </a:p>
          </p:txBody>
        </p:sp>
      </p:grpSp>
      <p:sp>
        <p:nvSpPr>
          <p:cNvPr id="61" name="object 61"/>
          <p:cNvSpPr txBox="1">
            <a:spLocks noGrp="1"/>
          </p:cNvSpPr>
          <p:nvPr>
            <p:ph type="title"/>
          </p:nvPr>
        </p:nvSpPr>
        <p:spPr>
          <a:xfrm>
            <a:off x="2244085" y="3080128"/>
            <a:ext cx="4370070" cy="3336811"/>
          </a:xfrm>
          <a:prstGeom prst="rect">
            <a:avLst/>
          </a:prstGeom>
        </p:spPr>
        <p:txBody>
          <a:bodyPr vert="horz" wrap="square" lIns="0" tIns="12700" rIns="0" bIns="0" rtlCol="0">
            <a:spAutoFit/>
          </a:bodyPr>
          <a:lstStyle/>
          <a:p>
            <a:pPr marL="12700">
              <a:lnSpc>
                <a:spcPct val="100000"/>
              </a:lnSpc>
              <a:spcBef>
                <a:spcPts val="100"/>
              </a:spcBef>
            </a:pPr>
            <a:r>
              <a:rPr sz="8800" spc="-65" dirty="0">
                <a:solidFill>
                  <a:srgbClr val="242424"/>
                </a:solidFill>
                <a:latin typeface="Times New Roman"/>
                <a:cs typeface="Times New Roman"/>
              </a:rPr>
              <a:t>Welcome</a:t>
            </a:r>
            <a:br>
              <a:rPr lang="en-US" sz="8800" spc="-65" dirty="0">
                <a:solidFill>
                  <a:srgbClr val="242424"/>
                </a:solidFill>
                <a:latin typeface="Times New Roman"/>
                <a:cs typeface="Times New Roman"/>
              </a:rPr>
            </a:br>
            <a:br>
              <a:rPr lang="en-US" sz="8800" spc="-65" dirty="0">
                <a:solidFill>
                  <a:srgbClr val="242424"/>
                </a:solidFill>
                <a:latin typeface="Times New Roman"/>
                <a:cs typeface="Times New Roman"/>
              </a:rPr>
            </a:br>
            <a:r>
              <a:rPr lang="en-IN" sz="3600" spc="-65" dirty="0">
                <a:solidFill>
                  <a:srgbClr val="242424"/>
                </a:solidFill>
                <a:highlight>
                  <a:srgbClr val="00FFFF"/>
                </a:highlight>
                <a:latin typeface="Times New Roman"/>
                <a:cs typeface="Times New Roman"/>
              </a:rPr>
              <a:t>By: ROHIT_KUMAR</a:t>
            </a:r>
            <a:endParaRPr sz="3600" dirty="0">
              <a:highlight>
                <a:srgbClr val="00FFFF"/>
              </a:highlight>
              <a:latin typeface="Times New Roman"/>
              <a:cs typeface="Times New Roman"/>
            </a:endParaRPr>
          </a:p>
        </p:txBody>
      </p:sp>
    </p:spTree>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21786" y="2778764"/>
            <a:ext cx="5285724" cy="1109977"/>
          </a:xfrm>
          <a:prstGeom prst="rect">
            <a:avLst/>
          </a:prstGeom>
        </p:spPr>
      </p:pic>
      <p:sp>
        <p:nvSpPr>
          <p:cNvPr id="3" name="object 3"/>
          <p:cNvSpPr txBox="1"/>
          <p:nvPr/>
        </p:nvSpPr>
        <p:spPr>
          <a:xfrm>
            <a:off x="1931666" y="2778881"/>
            <a:ext cx="4474845" cy="1031240"/>
          </a:xfrm>
          <a:prstGeom prst="rect">
            <a:avLst/>
          </a:prstGeom>
        </p:spPr>
        <p:txBody>
          <a:bodyPr vert="horz" wrap="square" lIns="0" tIns="12700" rIns="0" bIns="0" rtlCol="0">
            <a:spAutoFit/>
          </a:bodyPr>
          <a:lstStyle/>
          <a:p>
            <a:pPr marL="12700">
              <a:lnSpc>
                <a:spcPct val="100000"/>
              </a:lnSpc>
              <a:spcBef>
                <a:spcPts val="100"/>
              </a:spcBef>
            </a:pPr>
            <a:r>
              <a:rPr sz="6600" b="1" i="1" dirty="0">
                <a:latin typeface="Arial"/>
                <a:cs typeface="Arial"/>
              </a:rPr>
              <a:t>SQL</a:t>
            </a:r>
            <a:r>
              <a:rPr sz="6600" b="1" i="1" spc="-290" dirty="0">
                <a:latin typeface="Arial"/>
                <a:cs typeface="Arial"/>
              </a:rPr>
              <a:t> </a:t>
            </a:r>
            <a:r>
              <a:rPr sz="6600" b="1" i="1" spc="-20" dirty="0">
                <a:latin typeface="Arial"/>
                <a:cs typeface="Arial"/>
              </a:rPr>
              <a:t>JOINS</a:t>
            </a:r>
            <a:endParaRPr sz="6600">
              <a:latin typeface="Arial"/>
              <a:cs typeface="Arial"/>
            </a:endParaRPr>
          </a:p>
        </p:txBody>
      </p:sp>
      <p:sp>
        <p:nvSpPr>
          <p:cNvPr id="4" name="object 4"/>
          <p:cNvSpPr txBox="1">
            <a:spLocks noGrp="1"/>
          </p:cNvSpPr>
          <p:nvPr>
            <p:ph type="title"/>
          </p:nvPr>
        </p:nvSpPr>
        <p:spPr>
          <a:prstGeom prst="rect">
            <a:avLst/>
          </a:prstGeom>
        </p:spPr>
        <p:txBody>
          <a:bodyPr vert="horz" wrap="square" lIns="0" tIns="108035" rIns="0" bIns="0" rtlCol="0">
            <a:spAutoFit/>
          </a:bodyPr>
          <a:lstStyle/>
          <a:p>
            <a:pPr marL="8255" marR="961390" algn="r">
              <a:lnSpc>
                <a:spcPct val="100000"/>
              </a:lnSpc>
              <a:spcBef>
                <a:spcPts val="100"/>
              </a:spcBef>
            </a:pPr>
            <a:r>
              <a:rPr spc="-10" dirty="0"/>
              <a:t>TOPIC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9775" rIns="0" bIns="0" rtlCol="0">
            <a:spAutoFit/>
          </a:bodyPr>
          <a:lstStyle/>
          <a:p>
            <a:pPr marL="5140325">
              <a:lnSpc>
                <a:spcPct val="100000"/>
              </a:lnSpc>
              <a:spcBef>
                <a:spcPts val="100"/>
              </a:spcBef>
            </a:pPr>
            <a:r>
              <a:rPr spc="-10" dirty="0">
                <a:solidFill>
                  <a:srgbClr val="242424"/>
                </a:solidFill>
                <a:latin typeface="Times New Roman"/>
                <a:cs typeface="Times New Roman"/>
              </a:rPr>
              <a:t>CONTENT</a:t>
            </a:r>
          </a:p>
        </p:txBody>
      </p:sp>
      <p:pic>
        <p:nvPicPr>
          <p:cNvPr id="3" name="object 3"/>
          <p:cNvPicPr/>
          <p:nvPr/>
        </p:nvPicPr>
        <p:blipFill>
          <a:blip r:embed="rId2" cstate="print"/>
          <a:stretch>
            <a:fillRect/>
          </a:stretch>
        </p:blipFill>
        <p:spPr>
          <a:xfrm>
            <a:off x="1523996" y="1394472"/>
            <a:ext cx="6095987" cy="415161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04988" rIns="0" bIns="0" rtlCol="0">
            <a:spAutoFit/>
          </a:bodyPr>
          <a:lstStyle/>
          <a:p>
            <a:pPr marL="4728210">
              <a:lnSpc>
                <a:spcPct val="100000"/>
              </a:lnSpc>
              <a:spcBef>
                <a:spcPts val="100"/>
              </a:spcBef>
            </a:pPr>
            <a:r>
              <a:rPr sz="2800" spc="-10" dirty="0">
                <a:solidFill>
                  <a:srgbClr val="242424"/>
                </a:solidFill>
                <a:latin typeface="Times New Roman"/>
                <a:cs typeface="Times New Roman"/>
              </a:rPr>
              <a:t>INTRODUCTION</a:t>
            </a:r>
            <a:endParaRPr sz="2800">
              <a:latin typeface="Times New Roman"/>
              <a:cs typeface="Times New Roman"/>
            </a:endParaRPr>
          </a:p>
        </p:txBody>
      </p:sp>
      <p:pic>
        <p:nvPicPr>
          <p:cNvPr id="3" name="object 3"/>
          <p:cNvPicPr/>
          <p:nvPr/>
        </p:nvPicPr>
        <p:blipFill>
          <a:blip r:embed="rId2" cstate="print"/>
          <a:stretch>
            <a:fillRect/>
          </a:stretch>
        </p:blipFill>
        <p:spPr>
          <a:xfrm>
            <a:off x="1403347" y="2337920"/>
            <a:ext cx="6913861" cy="2890669"/>
          </a:xfrm>
          <a:prstGeom prst="rect">
            <a:avLst/>
          </a:prstGeom>
        </p:spPr>
      </p:pic>
      <p:sp>
        <p:nvSpPr>
          <p:cNvPr id="4" name="object 4"/>
          <p:cNvSpPr txBox="1"/>
          <p:nvPr/>
        </p:nvSpPr>
        <p:spPr>
          <a:xfrm>
            <a:off x="2194555" y="1787772"/>
            <a:ext cx="4410710" cy="513080"/>
          </a:xfrm>
          <a:prstGeom prst="rect">
            <a:avLst/>
          </a:prstGeom>
        </p:spPr>
        <p:txBody>
          <a:bodyPr vert="horz" wrap="square" lIns="0" tIns="12700" rIns="0" bIns="0" rtlCol="0">
            <a:spAutoFit/>
          </a:bodyPr>
          <a:lstStyle/>
          <a:p>
            <a:pPr marL="12700">
              <a:lnSpc>
                <a:spcPct val="100000"/>
              </a:lnSpc>
              <a:spcBef>
                <a:spcPts val="100"/>
              </a:spcBef>
            </a:pPr>
            <a:r>
              <a:rPr sz="3200" spc="-60" dirty="0">
                <a:latin typeface="Arial"/>
                <a:cs typeface="Arial"/>
              </a:rPr>
              <a:t>WHAT</a:t>
            </a:r>
            <a:r>
              <a:rPr sz="3200" spc="-125" dirty="0">
                <a:latin typeface="Arial"/>
                <a:cs typeface="Arial"/>
              </a:rPr>
              <a:t> </a:t>
            </a:r>
            <a:r>
              <a:rPr sz="3200" dirty="0">
                <a:latin typeface="Arial"/>
                <a:cs typeface="Arial"/>
              </a:rPr>
              <a:t>IS</a:t>
            </a:r>
            <a:r>
              <a:rPr sz="3200" spc="-70" dirty="0">
                <a:latin typeface="Arial"/>
                <a:cs typeface="Arial"/>
              </a:rPr>
              <a:t> </a:t>
            </a:r>
            <a:r>
              <a:rPr sz="3200" spc="-10" dirty="0">
                <a:latin typeface="Arial"/>
                <a:cs typeface="Arial"/>
              </a:rPr>
              <a:t>JOINNING???</a:t>
            </a:r>
            <a:endParaRPr sz="3200">
              <a:latin typeface="Arial"/>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33117" y="1789804"/>
            <a:ext cx="6999605" cy="3787775"/>
          </a:xfrm>
          <a:prstGeom prst="rect">
            <a:avLst/>
          </a:prstGeom>
        </p:spPr>
        <p:txBody>
          <a:bodyPr vert="horz" wrap="square" lIns="0" tIns="12700" rIns="0" bIns="0" rtlCol="0">
            <a:spAutoFit/>
          </a:bodyPr>
          <a:lstStyle/>
          <a:p>
            <a:pPr marL="12700" marR="106045">
              <a:lnSpc>
                <a:spcPct val="100000"/>
              </a:lnSpc>
              <a:spcBef>
                <a:spcPts val="100"/>
              </a:spcBef>
            </a:pPr>
            <a:r>
              <a:rPr sz="2800" dirty="0">
                <a:solidFill>
                  <a:srgbClr val="242424"/>
                </a:solidFill>
                <a:latin typeface="Arial"/>
                <a:cs typeface="Arial"/>
              </a:rPr>
              <a:t>A</a:t>
            </a:r>
            <a:r>
              <a:rPr sz="2800" spc="-195" dirty="0">
                <a:solidFill>
                  <a:srgbClr val="242424"/>
                </a:solidFill>
                <a:latin typeface="Arial"/>
                <a:cs typeface="Arial"/>
              </a:rPr>
              <a:t> </a:t>
            </a:r>
            <a:r>
              <a:rPr sz="2800" dirty="0">
                <a:solidFill>
                  <a:srgbClr val="242424"/>
                </a:solidFill>
                <a:latin typeface="Arial"/>
                <a:cs typeface="Arial"/>
              </a:rPr>
              <a:t>SQL</a:t>
            </a:r>
            <a:r>
              <a:rPr sz="2800" spc="-195" dirty="0">
                <a:solidFill>
                  <a:srgbClr val="242424"/>
                </a:solidFill>
                <a:latin typeface="Arial"/>
                <a:cs typeface="Arial"/>
              </a:rPr>
              <a:t> </a:t>
            </a:r>
            <a:r>
              <a:rPr sz="2800" dirty="0">
                <a:solidFill>
                  <a:srgbClr val="242424"/>
                </a:solidFill>
                <a:latin typeface="Arial"/>
                <a:cs typeface="Arial"/>
              </a:rPr>
              <a:t>join</a:t>
            </a:r>
            <a:r>
              <a:rPr sz="2800" spc="-75" dirty="0">
                <a:solidFill>
                  <a:srgbClr val="242424"/>
                </a:solidFill>
                <a:latin typeface="Arial"/>
                <a:cs typeface="Arial"/>
              </a:rPr>
              <a:t> </a:t>
            </a:r>
            <a:r>
              <a:rPr sz="2800" dirty="0">
                <a:solidFill>
                  <a:srgbClr val="242424"/>
                </a:solidFill>
                <a:latin typeface="Arial"/>
                <a:cs typeface="Arial"/>
              </a:rPr>
              <a:t>clause</a:t>
            </a:r>
            <a:r>
              <a:rPr sz="2800" spc="-75" dirty="0">
                <a:solidFill>
                  <a:srgbClr val="242424"/>
                </a:solidFill>
                <a:latin typeface="Arial"/>
                <a:cs typeface="Arial"/>
              </a:rPr>
              <a:t> </a:t>
            </a:r>
            <a:r>
              <a:rPr sz="2800" dirty="0">
                <a:solidFill>
                  <a:srgbClr val="242424"/>
                </a:solidFill>
                <a:latin typeface="Arial"/>
                <a:cs typeface="Arial"/>
              </a:rPr>
              <a:t>combines</a:t>
            </a:r>
            <a:r>
              <a:rPr sz="2800" spc="-75" dirty="0">
                <a:solidFill>
                  <a:srgbClr val="242424"/>
                </a:solidFill>
                <a:latin typeface="Arial"/>
                <a:cs typeface="Arial"/>
              </a:rPr>
              <a:t> </a:t>
            </a:r>
            <a:r>
              <a:rPr sz="2800" dirty="0">
                <a:solidFill>
                  <a:srgbClr val="242424"/>
                </a:solidFill>
                <a:latin typeface="Arial"/>
                <a:cs typeface="Arial"/>
              </a:rPr>
              <a:t>columns</a:t>
            </a:r>
            <a:r>
              <a:rPr sz="2800" spc="-75" dirty="0">
                <a:solidFill>
                  <a:srgbClr val="242424"/>
                </a:solidFill>
                <a:latin typeface="Arial"/>
                <a:cs typeface="Arial"/>
              </a:rPr>
              <a:t> </a:t>
            </a:r>
            <a:r>
              <a:rPr sz="2800" spc="-20" dirty="0">
                <a:solidFill>
                  <a:srgbClr val="242424"/>
                </a:solidFill>
                <a:latin typeface="Arial"/>
                <a:cs typeface="Arial"/>
              </a:rPr>
              <a:t>from </a:t>
            </a:r>
            <a:r>
              <a:rPr sz="2800" dirty="0">
                <a:solidFill>
                  <a:srgbClr val="242424"/>
                </a:solidFill>
                <a:latin typeface="Arial"/>
                <a:cs typeface="Arial"/>
              </a:rPr>
              <a:t>one</a:t>
            </a:r>
            <a:r>
              <a:rPr sz="2800" spc="-70" dirty="0">
                <a:solidFill>
                  <a:srgbClr val="242424"/>
                </a:solidFill>
                <a:latin typeface="Arial"/>
                <a:cs typeface="Arial"/>
              </a:rPr>
              <a:t> </a:t>
            </a:r>
            <a:r>
              <a:rPr sz="2800" dirty="0">
                <a:solidFill>
                  <a:srgbClr val="242424"/>
                </a:solidFill>
                <a:latin typeface="Arial"/>
                <a:cs typeface="Arial"/>
              </a:rPr>
              <a:t>or</a:t>
            </a:r>
            <a:r>
              <a:rPr sz="2800" spc="-65" dirty="0">
                <a:solidFill>
                  <a:srgbClr val="242424"/>
                </a:solidFill>
                <a:latin typeface="Arial"/>
                <a:cs typeface="Arial"/>
              </a:rPr>
              <a:t> </a:t>
            </a:r>
            <a:r>
              <a:rPr sz="2800" dirty="0">
                <a:solidFill>
                  <a:srgbClr val="242424"/>
                </a:solidFill>
                <a:latin typeface="Arial"/>
                <a:cs typeface="Arial"/>
              </a:rPr>
              <a:t>more</a:t>
            </a:r>
            <a:r>
              <a:rPr sz="2800" spc="-70" dirty="0">
                <a:solidFill>
                  <a:srgbClr val="242424"/>
                </a:solidFill>
                <a:latin typeface="Arial"/>
                <a:cs typeface="Arial"/>
              </a:rPr>
              <a:t> </a:t>
            </a:r>
            <a:r>
              <a:rPr sz="2800" dirty="0">
                <a:solidFill>
                  <a:srgbClr val="242424"/>
                </a:solidFill>
                <a:latin typeface="Arial"/>
                <a:cs typeface="Arial"/>
              </a:rPr>
              <a:t>tables</a:t>
            </a:r>
            <a:r>
              <a:rPr sz="2800" spc="-65" dirty="0">
                <a:solidFill>
                  <a:srgbClr val="242424"/>
                </a:solidFill>
                <a:latin typeface="Arial"/>
                <a:cs typeface="Arial"/>
              </a:rPr>
              <a:t> </a:t>
            </a:r>
            <a:r>
              <a:rPr sz="2800" dirty="0">
                <a:solidFill>
                  <a:srgbClr val="242424"/>
                </a:solidFill>
                <a:latin typeface="Arial"/>
                <a:cs typeface="Arial"/>
              </a:rPr>
              <a:t>in</a:t>
            </a:r>
            <a:r>
              <a:rPr sz="2800" spc="-70" dirty="0">
                <a:solidFill>
                  <a:srgbClr val="242424"/>
                </a:solidFill>
                <a:latin typeface="Arial"/>
                <a:cs typeface="Arial"/>
              </a:rPr>
              <a:t> </a:t>
            </a:r>
            <a:r>
              <a:rPr sz="2800" dirty="0">
                <a:solidFill>
                  <a:srgbClr val="242424"/>
                </a:solidFill>
                <a:latin typeface="Arial"/>
                <a:cs typeface="Arial"/>
              </a:rPr>
              <a:t>a</a:t>
            </a:r>
            <a:r>
              <a:rPr sz="2800" spc="-65" dirty="0">
                <a:solidFill>
                  <a:srgbClr val="242424"/>
                </a:solidFill>
                <a:latin typeface="Arial"/>
                <a:cs typeface="Arial"/>
              </a:rPr>
              <a:t> </a:t>
            </a:r>
            <a:r>
              <a:rPr sz="2800" dirty="0">
                <a:solidFill>
                  <a:srgbClr val="242424"/>
                </a:solidFill>
                <a:latin typeface="Arial"/>
                <a:cs typeface="Arial"/>
              </a:rPr>
              <a:t>relational</a:t>
            </a:r>
            <a:r>
              <a:rPr sz="2800" spc="-70" dirty="0">
                <a:solidFill>
                  <a:srgbClr val="242424"/>
                </a:solidFill>
                <a:latin typeface="Arial"/>
                <a:cs typeface="Arial"/>
              </a:rPr>
              <a:t> </a:t>
            </a:r>
            <a:r>
              <a:rPr sz="2800" spc="-10" dirty="0">
                <a:solidFill>
                  <a:srgbClr val="242424"/>
                </a:solidFill>
                <a:latin typeface="Arial"/>
                <a:cs typeface="Arial"/>
              </a:rPr>
              <a:t>database. </a:t>
            </a:r>
            <a:r>
              <a:rPr sz="2800" dirty="0">
                <a:solidFill>
                  <a:srgbClr val="242424"/>
                </a:solidFill>
                <a:latin typeface="Arial"/>
                <a:cs typeface="Arial"/>
              </a:rPr>
              <a:t>It</a:t>
            </a:r>
            <a:r>
              <a:rPr sz="2800" spc="-55" dirty="0">
                <a:solidFill>
                  <a:srgbClr val="242424"/>
                </a:solidFill>
                <a:latin typeface="Arial"/>
                <a:cs typeface="Arial"/>
              </a:rPr>
              <a:t> </a:t>
            </a:r>
            <a:r>
              <a:rPr sz="2800" dirty="0">
                <a:solidFill>
                  <a:srgbClr val="242424"/>
                </a:solidFill>
                <a:latin typeface="Arial"/>
                <a:cs typeface="Arial"/>
              </a:rPr>
              <a:t>creates</a:t>
            </a:r>
            <a:r>
              <a:rPr sz="2800" spc="-50" dirty="0">
                <a:solidFill>
                  <a:srgbClr val="242424"/>
                </a:solidFill>
                <a:latin typeface="Arial"/>
                <a:cs typeface="Arial"/>
              </a:rPr>
              <a:t> </a:t>
            </a:r>
            <a:r>
              <a:rPr sz="2800" dirty="0">
                <a:solidFill>
                  <a:srgbClr val="242424"/>
                </a:solidFill>
                <a:latin typeface="Arial"/>
                <a:cs typeface="Arial"/>
              </a:rPr>
              <a:t>a</a:t>
            </a:r>
            <a:r>
              <a:rPr sz="2800" spc="-50" dirty="0">
                <a:solidFill>
                  <a:srgbClr val="242424"/>
                </a:solidFill>
                <a:latin typeface="Arial"/>
                <a:cs typeface="Arial"/>
              </a:rPr>
              <a:t> </a:t>
            </a:r>
            <a:r>
              <a:rPr sz="2800" dirty="0">
                <a:solidFill>
                  <a:srgbClr val="242424"/>
                </a:solidFill>
                <a:latin typeface="Arial"/>
                <a:cs typeface="Arial"/>
              </a:rPr>
              <a:t>set</a:t>
            </a:r>
            <a:r>
              <a:rPr sz="2800" spc="-50" dirty="0">
                <a:solidFill>
                  <a:srgbClr val="242424"/>
                </a:solidFill>
                <a:latin typeface="Arial"/>
                <a:cs typeface="Arial"/>
              </a:rPr>
              <a:t> </a:t>
            </a:r>
            <a:r>
              <a:rPr sz="2800" dirty="0">
                <a:solidFill>
                  <a:srgbClr val="242424"/>
                </a:solidFill>
                <a:latin typeface="Arial"/>
                <a:cs typeface="Arial"/>
              </a:rPr>
              <a:t>that</a:t>
            </a:r>
            <a:r>
              <a:rPr sz="2800" spc="-50" dirty="0">
                <a:solidFill>
                  <a:srgbClr val="242424"/>
                </a:solidFill>
                <a:latin typeface="Arial"/>
                <a:cs typeface="Arial"/>
              </a:rPr>
              <a:t> </a:t>
            </a:r>
            <a:r>
              <a:rPr sz="2800" dirty="0">
                <a:solidFill>
                  <a:srgbClr val="242424"/>
                </a:solidFill>
                <a:latin typeface="Arial"/>
                <a:cs typeface="Arial"/>
              </a:rPr>
              <a:t>can</a:t>
            </a:r>
            <a:r>
              <a:rPr sz="2800" spc="-50" dirty="0">
                <a:solidFill>
                  <a:srgbClr val="242424"/>
                </a:solidFill>
                <a:latin typeface="Arial"/>
                <a:cs typeface="Arial"/>
              </a:rPr>
              <a:t> </a:t>
            </a:r>
            <a:r>
              <a:rPr sz="2800" dirty="0">
                <a:solidFill>
                  <a:srgbClr val="242424"/>
                </a:solidFill>
                <a:latin typeface="Arial"/>
                <a:cs typeface="Arial"/>
              </a:rPr>
              <a:t>be</a:t>
            </a:r>
            <a:r>
              <a:rPr sz="2800" spc="-50" dirty="0">
                <a:solidFill>
                  <a:srgbClr val="242424"/>
                </a:solidFill>
                <a:latin typeface="Arial"/>
                <a:cs typeface="Arial"/>
              </a:rPr>
              <a:t> </a:t>
            </a:r>
            <a:r>
              <a:rPr sz="2800" dirty="0">
                <a:solidFill>
                  <a:srgbClr val="242424"/>
                </a:solidFill>
                <a:latin typeface="Arial"/>
                <a:cs typeface="Arial"/>
              </a:rPr>
              <a:t>saved</a:t>
            </a:r>
            <a:r>
              <a:rPr sz="2800" spc="-50" dirty="0">
                <a:solidFill>
                  <a:srgbClr val="242424"/>
                </a:solidFill>
                <a:latin typeface="Arial"/>
                <a:cs typeface="Arial"/>
              </a:rPr>
              <a:t> </a:t>
            </a:r>
            <a:r>
              <a:rPr sz="2800" dirty="0">
                <a:solidFill>
                  <a:srgbClr val="242424"/>
                </a:solidFill>
                <a:latin typeface="Arial"/>
                <a:cs typeface="Arial"/>
              </a:rPr>
              <a:t>as</a:t>
            </a:r>
            <a:r>
              <a:rPr sz="2800" spc="-50" dirty="0">
                <a:solidFill>
                  <a:srgbClr val="242424"/>
                </a:solidFill>
                <a:latin typeface="Arial"/>
                <a:cs typeface="Arial"/>
              </a:rPr>
              <a:t> </a:t>
            </a:r>
            <a:r>
              <a:rPr sz="2800" dirty="0">
                <a:solidFill>
                  <a:srgbClr val="242424"/>
                </a:solidFill>
                <a:latin typeface="Arial"/>
                <a:cs typeface="Arial"/>
              </a:rPr>
              <a:t>a</a:t>
            </a:r>
            <a:r>
              <a:rPr sz="2800" spc="-50" dirty="0">
                <a:solidFill>
                  <a:srgbClr val="242424"/>
                </a:solidFill>
                <a:latin typeface="Arial"/>
                <a:cs typeface="Arial"/>
              </a:rPr>
              <a:t> </a:t>
            </a:r>
            <a:r>
              <a:rPr sz="2800" spc="-10" dirty="0">
                <a:solidFill>
                  <a:srgbClr val="242424"/>
                </a:solidFill>
                <a:latin typeface="Arial"/>
                <a:cs typeface="Arial"/>
              </a:rPr>
              <a:t>table </a:t>
            </a:r>
            <a:r>
              <a:rPr sz="2800" dirty="0">
                <a:solidFill>
                  <a:srgbClr val="242424"/>
                </a:solidFill>
                <a:latin typeface="Arial"/>
                <a:cs typeface="Arial"/>
              </a:rPr>
              <a:t>or</a:t>
            </a:r>
            <a:r>
              <a:rPr sz="2800" spc="-40" dirty="0">
                <a:solidFill>
                  <a:srgbClr val="242424"/>
                </a:solidFill>
                <a:latin typeface="Arial"/>
                <a:cs typeface="Arial"/>
              </a:rPr>
              <a:t> </a:t>
            </a:r>
            <a:r>
              <a:rPr sz="2800" dirty="0">
                <a:solidFill>
                  <a:srgbClr val="242424"/>
                </a:solidFill>
                <a:latin typeface="Arial"/>
                <a:cs typeface="Arial"/>
              </a:rPr>
              <a:t>used</a:t>
            </a:r>
            <a:r>
              <a:rPr sz="2800" spc="-40" dirty="0">
                <a:solidFill>
                  <a:srgbClr val="242424"/>
                </a:solidFill>
                <a:latin typeface="Arial"/>
                <a:cs typeface="Arial"/>
              </a:rPr>
              <a:t> </a:t>
            </a:r>
            <a:r>
              <a:rPr sz="2800" dirty="0">
                <a:solidFill>
                  <a:srgbClr val="242424"/>
                </a:solidFill>
                <a:latin typeface="Arial"/>
                <a:cs typeface="Arial"/>
              </a:rPr>
              <a:t>as</a:t>
            </a:r>
            <a:r>
              <a:rPr sz="2800" spc="-40" dirty="0">
                <a:solidFill>
                  <a:srgbClr val="242424"/>
                </a:solidFill>
                <a:latin typeface="Arial"/>
                <a:cs typeface="Arial"/>
              </a:rPr>
              <a:t> </a:t>
            </a:r>
            <a:r>
              <a:rPr sz="2800" dirty="0">
                <a:solidFill>
                  <a:srgbClr val="242424"/>
                </a:solidFill>
                <a:latin typeface="Arial"/>
                <a:cs typeface="Arial"/>
              </a:rPr>
              <a:t>it</a:t>
            </a:r>
            <a:r>
              <a:rPr sz="2800" spc="-40" dirty="0">
                <a:solidFill>
                  <a:srgbClr val="242424"/>
                </a:solidFill>
                <a:latin typeface="Arial"/>
                <a:cs typeface="Arial"/>
              </a:rPr>
              <a:t> </a:t>
            </a:r>
            <a:r>
              <a:rPr sz="2800" spc="-25" dirty="0">
                <a:solidFill>
                  <a:srgbClr val="242424"/>
                </a:solidFill>
                <a:latin typeface="Arial"/>
                <a:cs typeface="Arial"/>
              </a:rPr>
              <a:t>is.</a:t>
            </a:r>
            <a:endParaRPr sz="2800">
              <a:latin typeface="Arial"/>
              <a:cs typeface="Arial"/>
            </a:endParaRPr>
          </a:p>
          <a:p>
            <a:pPr>
              <a:lnSpc>
                <a:spcPct val="100000"/>
              </a:lnSpc>
              <a:spcBef>
                <a:spcPts val="2885"/>
              </a:spcBef>
            </a:pPr>
            <a:endParaRPr sz="2800">
              <a:latin typeface="Arial"/>
              <a:cs typeface="Arial"/>
            </a:endParaRPr>
          </a:p>
          <a:p>
            <a:pPr marL="12700" marR="5080" indent="99060">
              <a:lnSpc>
                <a:spcPct val="100000"/>
              </a:lnSpc>
            </a:pPr>
            <a:r>
              <a:rPr sz="2800" dirty="0">
                <a:solidFill>
                  <a:srgbClr val="242424"/>
                </a:solidFill>
                <a:latin typeface="Arial"/>
                <a:cs typeface="Arial"/>
              </a:rPr>
              <a:t>A</a:t>
            </a:r>
            <a:r>
              <a:rPr sz="2800" spc="-195" dirty="0">
                <a:solidFill>
                  <a:srgbClr val="242424"/>
                </a:solidFill>
                <a:latin typeface="Arial"/>
                <a:cs typeface="Arial"/>
              </a:rPr>
              <a:t> </a:t>
            </a:r>
            <a:r>
              <a:rPr sz="2800" dirty="0">
                <a:solidFill>
                  <a:srgbClr val="242424"/>
                </a:solidFill>
                <a:latin typeface="Arial"/>
                <a:cs typeface="Arial"/>
              </a:rPr>
              <a:t>JOIN</a:t>
            </a:r>
            <a:r>
              <a:rPr sz="2800" spc="-60" dirty="0">
                <a:solidFill>
                  <a:srgbClr val="242424"/>
                </a:solidFill>
                <a:latin typeface="Arial"/>
                <a:cs typeface="Arial"/>
              </a:rPr>
              <a:t> </a:t>
            </a:r>
            <a:r>
              <a:rPr sz="2800" dirty="0">
                <a:solidFill>
                  <a:srgbClr val="242424"/>
                </a:solidFill>
                <a:latin typeface="Arial"/>
                <a:cs typeface="Arial"/>
              </a:rPr>
              <a:t>is</a:t>
            </a:r>
            <a:r>
              <a:rPr sz="2800" spc="-55" dirty="0">
                <a:solidFill>
                  <a:srgbClr val="242424"/>
                </a:solidFill>
                <a:latin typeface="Arial"/>
                <a:cs typeface="Arial"/>
              </a:rPr>
              <a:t> </a:t>
            </a:r>
            <a:r>
              <a:rPr sz="2800" dirty="0">
                <a:solidFill>
                  <a:srgbClr val="242424"/>
                </a:solidFill>
                <a:latin typeface="Arial"/>
                <a:cs typeface="Arial"/>
              </a:rPr>
              <a:t>a</a:t>
            </a:r>
            <a:r>
              <a:rPr sz="2800" spc="-55" dirty="0">
                <a:solidFill>
                  <a:srgbClr val="242424"/>
                </a:solidFill>
                <a:latin typeface="Arial"/>
                <a:cs typeface="Arial"/>
              </a:rPr>
              <a:t> </a:t>
            </a:r>
            <a:r>
              <a:rPr sz="2800" dirty="0">
                <a:solidFill>
                  <a:srgbClr val="242424"/>
                </a:solidFill>
                <a:latin typeface="Arial"/>
                <a:cs typeface="Arial"/>
              </a:rPr>
              <a:t>means</a:t>
            </a:r>
            <a:r>
              <a:rPr sz="2800" spc="-55" dirty="0">
                <a:solidFill>
                  <a:srgbClr val="242424"/>
                </a:solidFill>
                <a:latin typeface="Arial"/>
                <a:cs typeface="Arial"/>
              </a:rPr>
              <a:t> </a:t>
            </a:r>
            <a:r>
              <a:rPr sz="2800" dirty="0">
                <a:solidFill>
                  <a:srgbClr val="242424"/>
                </a:solidFill>
                <a:latin typeface="Arial"/>
                <a:cs typeface="Arial"/>
              </a:rPr>
              <a:t>for</a:t>
            </a:r>
            <a:r>
              <a:rPr sz="2800" spc="-55" dirty="0">
                <a:solidFill>
                  <a:srgbClr val="242424"/>
                </a:solidFill>
                <a:latin typeface="Arial"/>
                <a:cs typeface="Arial"/>
              </a:rPr>
              <a:t> </a:t>
            </a:r>
            <a:r>
              <a:rPr sz="2800" dirty="0">
                <a:solidFill>
                  <a:srgbClr val="242424"/>
                </a:solidFill>
                <a:latin typeface="Arial"/>
                <a:cs typeface="Arial"/>
              </a:rPr>
              <a:t>combining</a:t>
            </a:r>
            <a:r>
              <a:rPr sz="2800" spc="-55" dirty="0">
                <a:solidFill>
                  <a:srgbClr val="242424"/>
                </a:solidFill>
                <a:latin typeface="Arial"/>
                <a:cs typeface="Arial"/>
              </a:rPr>
              <a:t> </a:t>
            </a:r>
            <a:r>
              <a:rPr sz="2800" spc="-10" dirty="0">
                <a:solidFill>
                  <a:srgbClr val="242424"/>
                </a:solidFill>
                <a:latin typeface="Arial"/>
                <a:cs typeface="Arial"/>
              </a:rPr>
              <a:t>columns </a:t>
            </a:r>
            <a:r>
              <a:rPr sz="2800" dirty="0">
                <a:solidFill>
                  <a:srgbClr val="242424"/>
                </a:solidFill>
                <a:latin typeface="Arial"/>
                <a:cs typeface="Arial"/>
              </a:rPr>
              <a:t>from</a:t>
            </a:r>
            <a:r>
              <a:rPr sz="2800" spc="-55" dirty="0">
                <a:solidFill>
                  <a:srgbClr val="242424"/>
                </a:solidFill>
                <a:latin typeface="Arial"/>
                <a:cs typeface="Arial"/>
              </a:rPr>
              <a:t> </a:t>
            </a:r>
            <a:r>
              <a:rPr sz="2800" dirty="0">
                <a:solidFill>
                  <a:srgbClr val="242424"/>
                </a:solidFill>
                <a:latin typeface="Arial"/>
                <a:cs typeface="Arial"/>
              </a:rPr>
              <a:t>one</a:t>
            </a:r>
            <a:r>
              <a:rPr sz="2800" spc="-55" dirty="0">
                <a:solidFill>
                  <a:srgbClr val="242424"/>
                </a:solidFill>
                <a:latin typeface="Arial"/>
                <a:cs typeface="Arial"/>
              </a:rPr>
              <a:t> </a:t>
            </a:r>
            <a:r>
              <a:rPr sz="2800" spc="-20" dirty="0">
                <a:solidFill>
                  <a:srgbClr val="242424"/>
                </a:solidFill>
                <a:latin typeface="Arial"/>
                <a:cs typeface="Arial"/>
              </a:rPr>
              <a:t>(self-</a:t>
            </a:r>
            <a:r>
              <a:rPr sz="2800" dirty="0">
                <a:solidFill>
                  <a:srgbClr val="242424"/>
                </a:solidFill>
                <a:latin typeface="Arial"/>
                <a:cs typeface="Arial"/>
              </a:rPr>
              <a:t>table)</a:t>
            </a:r>
            <a:r>
              <a:rPr sz="2800" spc="-50" dirty="0">
                <a:solidFill>
                  <a:srgbClr val="242424"/>
                </a:solidFill>
                <a:latin typeface="Arial"/>
                <a:cs typeface="Arial"/>
              </a:rPr>
              <a:t> </a:t>
            </a:r>
            <a:r>
              <a:rPr sz="2800" dirty="0">
                <a:solidFill>
                  <a:srgbClr val="242424"/>
                </a:solidFill>
                <a:latin typeface="Arial"/>
                <a:cs typeface="Arial"/>
              </a:rPr>
              <a:t>or</a:t>
            </a:r>
            <a:r>
              <a:rPr sz="2800" spc="-55" dirty="0">
                <a:solidFill>
                  <a:srgbClr val="242424"/>
                </a:solidFill>
                <a:latin typeface="Arial"/>
                <a:cs typeface="Arial"/>
              </a:rPr>
              <a:t> </a:t>
            </a:r>
            <a:r>
              <a:rPr sz="2800" dirty="0">
                <a:solidFill>
                  <a:srgbClr val="242424"/>
                </a:solidFill>
                <a:latin typeface="Arial"/>
                <a:cs typeface="Arial"/>
              </a:rPr>
              <a:t>more</a:t>
            </a:r>
            <a:r>
              <a:rPr sz="2800" spc="-50" dirty="0">
                <a:solidFill>
                  <a:srgbClr val="242424"/>
                </a:solidFill>
                <a:latin typeface="Arial"/>
                <a:cs typeface="Arial"/>
              </a:rPr>
              <a:t> </a:t>
            </a:r>
            <a:r>
              <a:rPr sz="2800" dirty="0">
                <a:solidFill>
                  <a:srgbClr val="242424"/>
                </a:solidFill>
                <a:latin typeface="Arial"/>
                <a:cs typeface="Arial"/>
              </a:rPr>
              <a:t>tables</a:t>
            </a:r>
            <a:r>
              <a:rPr sz="2800" spc="-55" dirty="0">
                <a:solidFill>
                  <a:srgbClr val="242424"/>
                </a:solidFill>
                <a:latin typeface="Arial"/>
                <a:cs typeface="Arial"/>
              </a:rPr>
              <a:t> </a:t>
            </a:r>
            <a:r>
              <a:rPr sz="2800" dirty="0">
                <a:solidFill>
                  <a:srgbClr val="242424"/>
                </a:solidFill>
                <a:latin typeface="Arial"/>
                <a:cs typeface="Arial"/>
              </a:rPr>
              <a:t>by</a:t>
            </a:r>
            <a:r>
              <a:rPr sz="2800" spc="-50" dirty="0">
                <a:solidFill>
                  <a:srgbClr val="242424"/>
                </a:solidFill>
                <a:latin typeface="Arial"/>
                <a:cs typeface="Arial"/>
              </a:rPr>
              <a:t> </a:t>
            </a:r>
            <a:r>
              <a:rPr sz="2800" spc="-10" dirty="0">
                <a:solidFill>
                  <a:srgbClr val="242424"/>
                </a:solidFill>
                <a:latin typeface="Arial"/>
                <a:cs typeface="Arial"/>
              </a:rPr>
              <a:t>using </a:t>
            </a:r>
            <a:r>
              <a:rPr sz="2800" dirty="0">
                <a:solidFill>
                  <a:srgbClr val="242424"/>
                </a:solidFill>
                <a:latin typeface="Arial"/>
                <a:cs typeface="Arial"/>
              </a:rPr>
              <a:t>values</a:t>
            </a:r>
            <a:r>
              <a:rPr sz="2800" spc="-90" dirty="0">
                <a:solidFill>
                  <a:srgbClr val="242424"/>
                </a:solidFill>
                <a:latin typeface="Arial"/>
                <a:cs typeface="Arial"/>
              </a:rPr>
              <a:t> </a:t>
            </a:r>
            <a:r>
              <a:rPr sz="2800" dirty="0">
                <a:solidFill>
                  <a:srgbClr val="242424"/>
                </a:solidFill>
                <a:latin typeface="Arial"/>
                <a:cs typeface="Arial"/>
              </a:rPr>
              <a:t>common</a:t>
            </a:r>
            <a:r>
              <a:rPr sz="2800" spc="-85" dirty="0">
                <a:solidFill>
                  <a:srgbClr val="242424"/>
                </a:solidFill>
                <a:latin typeface="Arial"/>
                <a:cs typeface="Arial"/>
              </a:rPr>
              <a:t> </a:t>
            </a:r>
            <a:r>
              <a:rPr sz="2800" dirty="0">
                <a:solidFill>
                  <a:srgbClr val="242424"/>
                </a:solidFill>
                <a:latin typeface="Arial"/>
                <a:cs typeface="Arial"/>
              </a:rPr>
              <a:t>to</a:t>
            </a:r>
            <a:r>
              <a:rPr sz="2800" spc="-85" dirty="0">
                <a:solidFill>
                  <a:srgbClr val="242424"/>
                </a:solidFill>
                <a:latin typeface="Arial"/>
                <a:cs typeface="Arial"/>
              </a:rPr>
              <a:t> </a:t>
            </a:r>
            <a:r>
              <a:rPr sz="2800" spc="-10" dirty="0">
                <a:solidFill>
                  <a:srgbClr val="242424"/>
                </a:solidFill>
                <a:latin typeface="Arial"/>
                <a:cs typeface="Arial"/>
              </a:rPr>
              <a:t>each.</a:t>
            </a:r>
            <a:endParaRPr sz="2800">
              <a:latin typeface="Arial"/>
              <a:cs typeface="Arial"/>
            </a:endParaRPr>
          </a:p>
        </p:txBody>
      </p:sp>
      <p:sp>
        <p:nvSpPr>
          <p:cNvPr id="3" name="object 3"/>
          <p:cNvSpPr txBox="1">
            <a:spLocks noGrp="1"/>
          </p:cNvSpPr>
          <p:nvPr>
            <p:ph type="title"/>
          </p:nvPr>
        </p:nvSpPr>
        <p:spPr>
          <a:prstGeom prst="rect">
            <a:avLst/>
          </a:prstGeom>
        </p:spPr>
        <p:txBody>
          <a:bodyPr vert="horz" wrap="square" lIns="0" tIns="181187" rIns="0" bIns="0" rtlCol="0">
            <a:spAutoFit/>
          </a:bodyPr>
          <a:lstStyle/>
          <a:p>
            <a:pPr marL="8255" marR="281305" algn="r">
              <a:lnSpc>
                <a:spcPct val="100000"/>
              </a:lnSpc>
              <a:spcBef>
                <a:spcPts val="100"/>
              </a:spcBef>
            </a:pPr>
            <a:r>
              <a:rPr sz="2800" spc="-10" dirty="0"/>
              <a:t>DEFINITION</a:t>
            </a:r>
            <a:endParaRPr sz="2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90517" y="2025268"/>
            <a:ext cx="2448083" cy="513080"/>
          </a:xfrm>
          <a:prstGeom prst="rect">
            <a:avLst/>
          </a:prstGeom>
        </p:spPr>
        <p:txBody>
          <a:bodyPr vert="horz" wrap="square" lIns="0" tIns="12700" rIns="0" bIns="0" rtlCol="0">
            <a:spAutoFit/>
          </a:bodyPr>
          <a:lstStyle/>
          <a:p>
            <a:pPr marL="12700">
              <a:lnSpc>
                <a:spcPct val="100000"/>
              </a:lnSpc>
              <a:spcBef>
                <a:spcPts val="100"/>
              </a:spcBef>
            </a:pPr>
            <a:r>
              <a:rPr lang="en-US" sz="3200" b="1" spc="-75" dirty="0">
                <a:latin typeface="Arial"/>
                <a:cs typeface="Arial"/>
              </a:rPr>
              <a:t>Full</a:t>
            </a:r>
            <a:r>
              <a:rPr sz="3200" b="1" spc="-75" dirty="0">
                <a:latin typeface="Arial"/>
                <a:cs typeface="Arial"/>
              </a:rPr>
              <a:t> </a:t>
            </a:r>
            <a:r>
              <a:rPr sz="2800" b="1" spc="-10" dirty="0">
                <a:latin typeface="Arial"/>
                <a:cs typeface="Arial"/>
              </a:rPr>
              <a:t>J</a:t>
            </a:r>
            <a:r>
              <a:rPr lang="en-US" sz="2800" b="1" spc="-10" dirty="0">
                <a:latin typeface="Arial"/>
                <a:cs typeface="Arial"/>
              </a:rPr>
              <a:t>oin</a:t>
            </a:r>
            <a:endParaRPr sz="2800" dirty="0">
              <a:latin typeface="Arial"/>
              <a:cs typeface="Arial"/>
            </a:endParaRPr>
          </a:p>
        </p:txBody>
      </p:sp>
      <p:sp>
        <p:nvSpPr>
          <p:cNvPr id="3" name="object 3"/>
          <p:cNvSpPr txBox="1"/>
          <p:nvPr/>
        </p:nvSpPr>
        <p:spPr>
          <a:xfrm>
            <a:off x="1590517" y="2768981"/>
            <a:ext cx="1723389" cy="452120"/>
          </a:xfrm>
          <a:prstGeom prst="rect">
            <a:avLst/>
          </a:prstGeom>
        </p:spPr>
        <p:txBody>
          <a:bodyPr vert="horz" wrap="square" lIns="0" tIns="12700" rIns="0" bIns="0" rtlCol="0">
            <a:spAutoFit/>
          </a:bodyPr>
          <a:lstStyle/>
          <a:p>
            <a:pPr marL="12700">
              <a:lnSpc>
                <a:spcPct val="100000"/>
              </a:lnSpc>
              <a:spcBef>
                <a:spcPts val="100"/>
              </a:spcBef>
            </a:pPr>
            <a:r>
              <a:rPr lang="en-US" sz="2800" b="1" spc="-95" dirty="0">
                <a:latin typeface="Arial"/>
                <a:cs typeface="Arial"/>
              </a:rPr>
              <a:t>Left</a:t>
            </a:r>
            <a:r>
              <a:rPr sz="2800" b="1" spc="-95" dirty="0">
                <a:latin typeface="Arial"/>
                <a:cs typeface="Arial"/>
              </a:rPr>
              <a:t> </a:t>
            </a:r>
            <a:r>
              <a:rPr sz="2800" b="1" spc="-20" dirty="0">
                <a:latin typeface="Arial"/>
                <a:cs typeface="Arial"/>
              </a:rPr>
              <a:t>Join</a:t>
            </a:r>
            <a:endParaRPr sz="2800" dirty="0">
              <a:latin typeface="Arial"/>
              <a:cs typeface="Arial"/>
            </a:endParaRPr>
          </a:p>
        </p:txBody>
      </p:sp>
      <p:sp>
        <p:nvSpPr>
          <p:cNvPr id="4" name="object 4"/>
          <p:cNvSpPr txBox="1"/>
          <p:nvPr/>
        </p:nvSpPr>
        <p:spPr>
          <a:xfrm>
            <a:off x="1557371" y="3706049"/>
            <a:ext cx="1802130" cy="452120"/>
          </a:xfrm>
          <a:prstGeom prst="rect">
            <a:avLst/>
          </a:prstGeom>
        </p:spPr>
        <p:txBody>
          <a:bodyPr vert="horz" wrap="square" lIns="0" tIns="12700" rIns="0" bIns="0" rtlCol="0">
            <a:spAutoFit/>
          </a:bodyPr>
          <a:lstStyle/>
          <a:p>
            <a:pPr marL="12700">
              <a:lnSpc>
                <a:spcPct val="100000"/>
              </a:lnSpc>
              <a:spcBef>
                <a:spcPts val="100"/>
              </a:spcBef>
            </a:pPr>
            <a:r>
              <a:rPr lang="en-US" sz="2800" b="1" spc="-100" dirty="0">
                <a:latin typeface="Arial"/>
                <a:cs typeface="Arial"/>
              </a:rPr>
              <a:t>Right </a:t>
            </a:r>
            <a:r>
              <a:rPr sz="2800" b="1" spc="-20" dirty="0">
                <a:latin typeface="Arial"/>
                <a:cs typeface="Arial"/>
              </a:rPr>
              <a:t>Join</a:t>
            </a:r>
            <a:endParaRPr sz="2800" dirty="0">
              <a:latin typeface="Arial"/>
              <a:cs typeface="Arial"/>
            </a:endParaRPr>
          </a:p>
        </p:txBody>
      </p:sp>
      <p:sp>
        <p:nvSpPr>
          <p:cNvPr id="5" name="object 5"/>
          <p:cNvSpPr txBox="1"/>
          <p:nvPr/>
        </p:nvSpPr>
        <p:spPr>
          <a:xfrm>
            <a:off x="1527597" y="4643127"/>
            <a:ext cx="1861820" cy="452120"/>
          </a:xfrm>
          <a:prstGeom prst="rect">
            <a:avLst/>
          </a:prstGeom>
        </p:spPr>
        <p:txBody>
          <a:bodyPr vert="horz" wrap="square" lIns="0" tIns="12700" rIns="0" bIns="0" rtlCol="0">
            <a:spAutoFit/>
          </a:bodyPr>
          <a:lstStyle/>
          <a:p>
            <a:pPr marL="12700">
              <a:lnSpc>
                <a:spcPct val="100000"/>
              </a:lnSpc>
              <a:spcBef>
                <a:spcPts val="100"/>
              </a:spcBef>
            </a:pPr>
            <a:r>
              <a:rPr lang="en-US" sz="2800" b="1" spc="-20" dirty="0">
                <a:latin typeface="Arial"/>
                <a:cs typeface="Arial"/>
              </a:rPr>
              <a:t>Inner </a:t>
            </a:r>
            <a:r>
              <a:rPr sz="2800" b="1" spc="-20" dirty="0">
                <a:latin typeface="Arial"/>
                <a:cs typeface="Arial"/>
              </a:rPr>
              <a:t>Join</a:t>
            </a:r>
            <a:endParaRPr sz="2800" dirty="0">
              <a:latin typeface="Arial"/>
              <a:cs typeface="Arial"/>
            </a:endParaRPr>
          </a:p>
        </p:txBody>
      </p:sp>
      <p:sp>
        <p:nvSpPr>
          <p:cNvPr id="6" name="object 6"/>
          <p:cNvSpPr txBox="1">
            <a:spLocks noGrp="1"/>
          </p:cNvSpPr>
          <p:nvPr>
            <p:ph type="title"/>
          </p:nvPr>
        </p:nvSpPr>
        <p:spPr>
          <a:prstGeom prst="rect">
            <a:avLst/>
          </a:prstGeom>
        </p:spPr>
        <p:txBody>
          <a:bodyPr vert="horz" wrap="square" lIns="0" tIns="252814" rIns="0" bIns="0" rtlCol="0">
            <a:spAutoFit/>
          </a:bodyPr>
          <a:lstStyle/>
          <a:p>
            <a:pPr marL="8255" marR="1546860" algn="r">
              <a:lnSpc>
                <a:spcPct val="100000"/>
              </a:lnSpc>
              <a:spcBef>
                <a:spcPts val="100"/>
              </a:spcBef>
            </a:pPr>
            <a:r>
              <a:rPr spc="-10" dirty="0"/>
              <a:t>TYPES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695" rIns="0" bIns="0" rtlCol="0">
            <a:spAutoFit/>
          </a:bodyPr>
          <a:lstStyle/>
          <a:p>
            <a:pPr marL="5801360">
              <a:lnSpc>
                <a:spcPct val="100000"/>
              </a:lnSpc>
              <a:spcBef>
                <a:spcPts val="100"/>
              </a:spcBef>
            </a:pPr>
            <a:r>
              <a:rPr dirty="0"/>
              <a:t>INNER</a:t>
            </a:r>
            <a:r>
              <a:rPr spc="-125" dirty="0"/>
              <a:t> </a:t>
            </a:r>
            <a:r>
              <a:rPr spc="-10" dirty="0"/>
              <a:t>JOINS</a:t>
            </a:r>
          </a:p>
        </p:txBody>
      </p:sp>
      <p:sp>
        <p:nvSpPr>
          <p:cNvPr id="3" name="object 3"/>
          <p:cNvSpPr txBox="1"/>
          <p:nvPr/>
        </p:nvSpPr>
        <p:spPr>
          <a:xfrm>
            <a:off x="505458" y="1625977"/>
            <a:ext cx="7531100" cy="800100"/>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a:cs typeface="Arial"/>
              </a:rPr>
              <a:t>I.INNER</a:t>
            </a:r>
            <a:r>
              <a:rPr sz="1800" b="1" spc="-45" dirty="0">
                <a:latin typeface="Arial"/>
                <a:cs typeface="Arial"/>
              </a:rPr>
              <a:t> </a:t>
            </a:r>
            <a:r>
              <a:rPr sz="1800" b="1" spc="-20" dirty="0">
                <a:latin typeface="Arial"/>
                <a:cs typeface="Arial"/>
              </a:rPr>
              <a:t>JOIN</a:t>
            </a:r>
            <a:endParaRPr sz="1800">
              <a:latin typeface="Arial"/>
              <a:cs typeface="Arial"/>
            </a:endParaRPr>
          </a:p>
          <a:p>
            <a:pPr marL="297815">
              <a:lnSpc>
                <a:spcPct val="100000"/>
              </a:lnSpc>
              <a:spcBef>
                <a:spcPts val="1780"/>
              </a:spcBef>
            </a:pPr>
            <a:r>
              <a:rPr sz="1800" b="1" dirty="0">
                <a:latin typeface="Arial"/>
                <a:cs typeface="Arial"/>
              </a:rPr>
              <a:t>Inner</a:t>
            </a:r>
            <a:r>
              <a:rPr sz="1800" b="1" spc="-45" dirty="0">
                <a:latin typeface="Arial"/>
                <a:cs typeface="Arial"/>
              </a:rPr>
              <a:t> </a:t>
            </a:r>
            <a:r>
              <a:rPr sz="1800" b="1" dirty="0">
                <a:latin typeface="Arial"/>
                <a:cs typeface="Arial"/>
              </a:rPr>
              <a:t>join</a:t>
            </a:r>
            <a:r>
              <a:rPr sz="1800" b="1" spc="-30" dirty="0">
                <a:latin typeface="Arial"/>
                <a:cs typeface="Arial"/>
              </a:rPr>
              <a:t> </a:t>
            </a:r>
            <a:r>
              <a:rPr sz="1800" b="1" dirty="0">
                <a:latin typeface="Arial"/>
                <a:cs typeface="Arial"/>
              </a:rPr>
              <a:t>returns</a:t>
            </a:r>
            <a:r>
              <a:rPr sz="1800" b="1" spc="-35" dirty="0">
                <a:latin typeface="Arial"/>
                <a:cs typeface="Arial"/>
              </a:rPr>
              <a:t> </a:t>
            </a:r>
            <a:r>
              <a:rPr sz="1800" b="1" dirty="0">
                <a:latin typeface="Arial"/>
                <a:cs typeface="Arial"/>
              </a:rPr>
              <a:t>only</a:t>
            </a:r>
            <a:r>
              <a:rPr sz="1800" b="1" spc="-30" dirty="0">
                <a:latin typeface="Arial"/>
                <a:cs typeface="Arial"/>
              </a:rPr>
              <a:t> </a:t>
            </a:r>
            <a:r>
              <a:rPr sz="1800" b="1" dirty="0">
                <a:latin typeface="Arial"/>
                <a:cs typeface="Arial"/>
              </a:rPr>
              <a:t>those</a:t>
            </a:r>
            <a:r>
              <a:rPr sz="1800" b="1" spc="-35" dirty="0">
                <a:latin typeface="Arial"/>
                <a:cs typeface="Arial"/>
              </a:rPr>
              <a:t> </a:t>
            </a:r>
            <a:r>
              <a:rPr sz="1800" b="1" dirty="0">
                <a:latin typeface="Arial"/>
                <a:cs typeface="Arial"/>
              </a:rPr>
              <a:t>records</a:t>
            </a:r>
            <a:r>
              <a:rPr sz="1800" b="1" spc="-30" dirty="0">
                <a:latin typeface="Arial"/>
                <a:cs typeface="Arial"/>
              </a:rPr>
              <a:t> </a:t>
            </a:r>
            <a:r>
              <a:rPr sz="1800" b="1" dirty="0">
                <a:latin typeface="Arial"/>
                <a:cs typeface="Arial"/>
              </a:rPr>
              <a:t>that</a:t>
            </a:r>
            <a:r>
              <a:rPr sz="1800" b="1" spc="-35" dirty="0">
                <a:latin typeface="Arial"/>
                <a:cs typeface="Arial"/>
              </a:rPr>
              <a:t> </a:t>
            </a:r>
            <a:r>
              <a:rPr sz="1800" b="1" dirty="0">
                <a:latin typeface="Arial"/>
                <a:cs typeface="Arial"/>
              </a:rPr>
              <a:t>match</a:t>
            </a:r>
            <a:r>
              <a:rPr sz="1800" b="1" spc="-30" dirty="0">
                <a:latin typeface="Arial"/>
                <a:cs typeface="Arial"/>
              </a:rPr>
              <a:t> </a:t>
            </a:r>
            <a:r>
              <a:rPr sz="1800" b="1" dirty="0">
                <a:latin typeface="Arial"/>
                <a:cs typeface="Arial"/>
              </a:rPr>
              <a:t>in</a:t>
            </a:r>
            <a:r>
              <a:rPr sz="1800" b="1" spc="-35" dirty="0">
                <a:latin typeface="Arial"/>
                <a:cs typeface="Arial"/>
              </a:rPr>
              <a:t> </a:t>
            </a:r>
            <a:r>
              <a:rPr sz="1800" b="1" dirty="0">
                <a:latin typeface="Arial"/>
                <a:cs typeface="Arial"/>
              </a:rPr>
              <a:t>both</a:t>
            </a:r>
            <a:r>
              <a:rPr sz="1800" b="1" spc="-30" dirty="0">
                <a:latin typeface="Arial"/>
                <a:cs typeface="Arial"/>
              </a:rPr>
              <a:t> </a:t>
            </a:r>
            <a:r>
              <a:rPr sz="1800" b="1" dirty="0">
                <a:latin typeface="Arial"/>
                <a:cs typeface="Arial"/>
              </a:rPr>
              <a:t>the</a:t>
            </a:r>
            <a:r>
              <a:rPr sz="1800" b="1" spc="-30" dirty="0">
                <a:latin typeface="Arial"/>
                <a:cs typeface="Arial"/>
              </a:rPr>
              <a:t> </a:t>
            </a:r>
            <a:r>
              <a:rPr sz="1800" b="1" spc="-10" dirty="0">
                <a:latin typeface="Arial"/>
                <a:cs typeface="Arial"/>
              </a:rPr>
              <a:t>tables.</a:t>
            </a:r>
            <a:endParaRPr sz="1800">
              <a:latin typeface="Arial"/>
              <a:cs typeface="Arial"/>
            </a:endParaRPr>
          </a:p>
        </p:txBody>
      </p:sp>
      <p:sp>
        <p:nvSpPr>
          <p:cNvPr id="4" name="object 4"/>
          <p:cNvSpPr txBox="1">
            <a:spLocks noGrp="1"/>
          </p:cNvSpPr>
          <p:nvPr>
            <p:ph type="body" idx="1"/>
          </p:nvPr>
        </p:nvSpPr>
        <p:spPr>
          <a:prstGeom prst="rect">
            <a:avLst/>
          </a:prstGeom>
        </p:spPr>
        <p:txBody>
          <a:bodyPr vert="horz" wrap="square" lIns="0" tIns="12700" rIns="0" bIns="0" rtlCol="0">
            <a:spAutoFit/>
          </a:bodyPr>
          <a:lstStyle/>
          <a:p>
            <a:pPr marL="12700">
              <a:lnSpc>
                <a:spcPct val="100000"/>
              </a:lnSpc>
              <a:spcBef>
                <a:spcPts val="100"/>
              </a:spcBef>
            </a:pPr>
            <a:r>
              <a:rPr spc="-10" dirty="0"/>
              <a:t>Syntax:</a:t>
            </a:r>
          </a:p>
          <a:p>
            <a:pPr marL="12700" marR="283845">
              <a:lnSpc>
                <a:spcPct val="100000"/>
              </a:lnSpc>
            </a:pPr>
            <a:r>
              <a:rPr dirty="0"/>
              <a:t>Select</a:t>
            </a:r>
            <a:r>
              <a:rPr spc="-15" dirty="0"/>
              <a:t> </a:t>
            </a:r>
            <a:r>
              <a:rPr dirty="0"/>
              <a:t>*</a:t>
            </a:r>
            <a:r>
              <a:rPr spc="-15" dirty="0"/>
              <a:t> </a:t>
            </a:r>
            <a:r>
              <a:rPr dirty="0"/>
              <a:t>from</a:t>
            </a:r>
            <a:r>
              <a:rPr spc="-15" dirty="0"/>
              <a:t> </a:t>
            </a:r>
            <a:r>
              <a:rPr dirty="0"/>
              <a:t>table</a:t>
            </a:r>
            <a:r>
              <a:rPr spc="-15" dirty="0"/>
              <a:t> </a:t>
            </a:r>
            <a:r>
              <a:rPr dirty="0"/>
              <a:t>1</a:t>
            </a:r>
            <a:r>
              <a:rPr spc="-15" dirty="0"/>
              <a:t> </a:t>
            </a:r>
            <a:r>
              <a:rPr dirty="0"/>
              <a:t>INNER</a:t>
            </a:r>
            <a:r>
              <a:rPr spc="-10" dirty="0"/>
              <a:t> </a:t>
            </a:r>
            <a:r>
              <a:rPr spc="-20" dirty="0"/>
              <a:t>JOIN </a:t>
            </a:r>
            <a:r>
              <a:rPr dirty="0"/>
              <a:t>table</a:t>
            </a:r>
            <a:r>
              <a:rPr spc="-25" dirty="0"/>
              <a:t> </a:t>
            </a:r>
            <a:r>
              <a:rPr spc="-50" dirty="0"/>
              <a:t>2</a:t>
            </a:r>
          </a:p>
          <a:p>
            <a:pPr marL="12700">
              <a:lnSpc>
                <a:spcPct val="100000"/>
              </a:lnSpc>
            </a:pPr>
            <a:r>
              <a:rPr spc="-25" dirty="0"/>
              <a:t>ON</a:t>
            </a:r>
          </a:p>
          <a:p>
            <a:pPr marL="12700">
              <a:lnSpc>
                <a:spcPct val="100000"/>
              </a:lnSpc>
            </a:pPr>
            <a:r>
              <a:rPr spc="-20" dirty="0"/>
              <a:t>Table</a:t>
            </a:r>
            <a:r>
              <a:rPr spc="-50" dirty="0"/>
              <a:t> </a:t>
            </a:r>
            <a:r>
              <a:rPr dirty="0"/>
              <a:t>1.Column</a:t>
            </a:r>
            <a:r>
              <a:rPr spc="-45" dirty="0"/>
              <a:t> </a:t>
            </a:r>
            <a:r>
              <a:rPr dirty="0"/>
              <a:t>1=table</a:t>
            </a:r>
            <a:r>
              <a:rPr spc="-45" dirty="0"/>
              <a:t> </a:t>
            </a:r>
            <a:r>
              <a:rPr dirty="0"/>
              <a:t>2.Column</a:t>
            </a:r>
            <a:r>
              <a:rPr spc="-45" dirty="0"/>
              <a:t> </a:t>
            </a:r>
            <a:r>
              <a:rPr spc="-50" dirty="0"/>
              <a:t>1</a:t>
            </a:r>
          </a:p>
        </p:txBody>
      </p:sp>
      <p:pic>
        <p:nvPicPr>
          <p:cNvPr id="5" name="object 5"/>
          <p:cNvPicPr/>
          <p:nvPr/>
        </p:nvPicPr>
        <p:blipFill>
          <a:blip r:embed="rId2" cstate="print"/>
          <a:stretch>
            <a:fillRect/>
          </a:stretch>
        </p:blipFill>
        <p:spPr>
          <a:xfrm>
            <a:off x="1116327" y="2545695"/>
            <a:ext cx="3209288" cy="297116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39748" y="1676396"/>
            <a:ext cx="7847309" cy="5155824"/>
          </a:xfrm>
          <a:prstGeom prst="rect">
            <a:avLst/>
          </a:prstGeom>
        </p:spPr>
      </p:pic>
      <p:sp>
        <p:nvSpPr>
          <p:cNvPr id="3" name="object 3"/>
          <p:cNvSpPr txBox="1">
            <a:spLocks noGrp="1"/>
          </p:cNvSpPr>
          <p:nvPr>
            <p:ph type="title"/>
          </p:nvPr>
        </p:nvSpPr>
        <p:spPr>
          <a:prstGeom prst="rect">
            <a:avLst/>
          </a:prstGeom>
        </p:spPr>
        <p:txBody>
          <a:bodyPr vert="horz" wrap="square" lIns="0" tIns="252814" rIns="0" bIns="0" rtlCol="0">
            <a:spAutoFit/>
          </a:bodyPr>
          <a:lstStyle/>
          <a:p>
            <a:pPr marL="8255" marR="732155" algn="r">
              <a:lnSpc>
                <a:spcPct val="100000"/>
              </a:lnSpc>
              <a:spcBef>
                <a:spcPts val="100"/>
              </a:spcBef>
            </a:pPr>
            <a:r>
              <a:rPr spc="-10" dirty="0"/>
              <a:t>SCENARIO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8255" marR="134620" algn="r">
              <a:lnSpc>
                <a:spcPct val="100000"/>
              </a:lnSpc>
              <a:spcBef>
                <a:spcPts val="100"/>
              </a:spcBef>
            </a:pPr>
            <a:r>
              <a:rPr dirty="0"/>
              <a:t>INNER</a:t>
            </a:r>
            <a:r>
              <a:rPr spc="-125" dirty="0"/>
              <a:t> </a:t>
            </a:r>
            <a:r>
              <a:rPr spc="-10" dirty="0"/>
              <a:t>JOINS</a:t>
            </a:r>
          </a:p>
        </p:txBody>
      </p:sp>
      <p:sp>
        <p:nvSpPr>
          <p:cNvPr id="3" name="object 3"/>
          <p:cNvSpPr txBox="1"/>
          <p:nvPr/>
        </p:nvSpPr>
        <p:spPr>
          <a:xfrm>
            <a:off x="648967" y="1728434"/>
            <a:ext cx="6593840" cy="2134235"/>
          </a:xfrm>
          <a:prstGeom prst="rect">
            <a:avLst/>
          </a:prstGeom>
        </p:spPr>
        <p:txBody>
          <a:bodyPr vert="horz" wrap="square" lIns="0" tIns="33019" rIns="0" bIns="0" rtlCol="0">
            <a:spAutoFit/>
          </a:bodyPr>
          <a:lstStyle/>
          <a:p>
            <a:pPr marL="12700">
              <a:lnSpc>
                <a:spcPct val="100000"/>
              </a:lnSpc>
              <a:spcBef>
                <a:spcPts val="259"/>
              </a:spcBef>
            </a:pPr>
            <a:r>
              <a:rPr sz="1800" b="1" spc="-10" dirty="0">
                <a:latin typeface="Arial"/>
                <a:cs typeface="Arial"/>
              </a:rPr>
              <a:t>QUARY:</a:t>
            </a:r>
            <a:endParaRPr sz="1800" dirty="0">
              <a:latin typeface="Arial"/>
              <a:cs typeface="Arial"/>
            </a:endParaRPr>
          </a:p>
          <a:p>
            <a:pPr marL="122555" marR="5080">
              <a:lnSpc>
                <a:spcPct val="100000"/>
              </a:lnSpc>
              <a:spcBef>
                <a:spcPts val="160"/>
              </a:spcBef>
            </a:pPr>
            <a:r>
              <a:rPr sz="1800" dirty="0">
                <a:latin typeface="Arial"/>
                <a:cs typeface="Arial"/>
              </a:rPr>
              <a:t>SELECT</a:t>
            </a:r>
            <a:r>
              <a:rPr sz="1800" spc="-65" dirty="0">
                <a:latin typeface="Arial"/>
                <a:cs typeface="Arial"/>
              </a:rPr>
              <a:t> </a:t>
            </a:r>
            <a:r>
              <a:rPr sz="1800" spc="-10" dirty="0">
                <a:latin typeface="Arial"/>
                <a:cs typeface="Arial"/>
              </a:rPr>
              <a:t>foods.item_name,foods.item_unit, </a:t>
            </a:r>
            <a:r>
              <a:rPr sz="1800" dirty="0">
                <a:latin typeface="Arial"/>
                <a:cs typeface="Arial"/>
              </a:rPr>
              <a:t>company.company_name,company.company_city</a:t>
            </a:r>
            <a:r>
              <a:rPr sz="1800" spc="275" dirty="0">
                <a:latin typeface="Arial"/>
                <a:cs typeface="Arial"/>
              </a:rPr>
              <a:t> </a:t>
            </a:r>
            <a:r>
              <a:rPr sz="1800" dirty="0">
                <a:latin typeface="Arial"/>
                <a:cs typeface="Arial"/>
              </a:rPr>
              <a:t>FROM</a:t>
            </a:r>
            <a:r>
              <a:rPr sz="1800" spc="-110" dirty="0">
                <a:latin typeface="Arial"/>
                <a:cs typeface="Arial"/>
              </a:rPr>
              <a:t> </a:t>
            </a:r>
            <a:r>
              <a:rPr sz="1800" spc="-20" dirty="0">
                <a:latin typeface="Arial"/>
                <a:cs typeface="Arial"/>
              </a:rPr>
              <a:t>foods </a:t>
            </a:r>
            <a:r>
              <a:rPr sz="1800" dirty="0">
                <a:latin typeface="Arial"/>
                <a:cs typeface="Arial"/>
              </a:rPr>
              <a:t>INNER</a:t>
            </a:r>
            <a:r>
              <a:rPr sz="1800" spc="-25" dirty="0">
                <a:latin typeface="Arial"/>
                <a:cs typeface="Arial"/>
              </a:rPr>
              <a:t> </a:t>
            </a:r>
            <a:r>
              <a:rPr sz="1800" dirty="0">
                <a:latin typeface="Arial"/>
                <a:cs typeface="Arial"/>
              </a:rPr>
              <a:t>JOIN</a:t>
            </a:r>
            <a:r>
              <a:rPr sz="1800" spc="-20" dirty="0">
                <a:latin typeface="Arial"/>
                <a:cs typeface="Arial"/>
              </a:rPr>
              <a:t> </a:t>
            </a:r>
            <a:r>
              <a:rPr sz="1800" spc="-10" dirty="0">
                <a:latin typeface="Arial"/>
                <a:cs typeface="Arial"/>
              </a:rPr>
              <a:t>company</a:t>
            </a:r>
            <a:endParaRPr sz="1800" dirty="0">
              <a:latin typeface="Arial"/>
              <a:cs typeface="Arial"/>
            </a:endParaRPr>
          </a:p>
          <a:p>
            <a:pPr marL="122555">
              <a:lnSpc>
                <a:spcPct val="100000"/>
              </a:lnSpc>
            </a:pPr>
            <a:r>
              <a:rPr sz="1800" dirty="0">
                <a:latin typeface="Arial"/>
                <a:cs typeface="Arial"/>
              </a:rPr>
              <a:t>ON</a:t>
            </a:r>
            <a:r>
              <a:rPr sz="1800" spc="-55" dirty="0">
                <a:latin typeface="Arial"/>
                <a:cs typeface="Arial"/>
              </a:rPr>
              <a:t> </a:t>
            </a:r>
            <a:r>
              <a:rPr sz="1800" dirty="0">
                <a:latin typeface="Arial"/>
                <a:cs typeface="Arial"/>
              </a:rPr>
              <a:t>foods.company_id</a:t>
            </a:r>
            <a:r>
              <a:rPr sz="1800" spc="-45" dirty="0">
                <a:latin typeface="Arial"/>
                <a:cs typeface="Arial"/>
              </a:rPr>
              <a:t> </a:t>
            </a:r>
            <a:r>
              <a:rPr sz="1800" spc="-10" dirty="0">
                <a:latin typeface="Arial"/>
                <a:cs typeface="Arial"/>
              </a:rPr>
              <a:t>=company.company_id;</a:t>
            </a:r>
            <a:endParaRPr sz="1800" dirty="0">
              <a:latin typeface="Arial"/>
              <a:cs typeface="Arial"/>
            </a:endParaRPr>
          </a:p>
          <a:p>
            <a:pPr>
              <a:lnSpc>
                <a:spcPct val="100000"/>
              </a:lnSpc>
              <a:spcBef>
                <a:spcPts val="1255"/>
              </a:spcBef>
            </a:pPr>
            <a:endParaRPr sz="1800" dirty="0">
              <a:latin typeface="Arial"/>
              <a:cs typeface="Arial"/>
            </a:endParaRPr>
          </a:p>
          <a:p>
            <a:pPr marL="12700">
              <a:lnSpc>
                <a:spcPct val="100000"/>
              </a:lnSpc>
            </a:pPr>
            <a:r>
              <a:rPr sz="1800" b="1" spc="-10" dirty="0">
                <a:latin typeface="Arial"/>
                <a:cs typeface="Arial"/>
              </a:rPr>
              <a:t>Result:</a:t>
            </a:r>
            <a:endParaRPr sz="1800" dirty="0">
              <a:latin typeface="Arial"/>
              <a:cs typeface="Arial"/>
            </a:endParaRPr>
          </a:p>
        </p:txBody>
      </p:sp>
      <p:graphicFrame>
        <p:nvGraphicFramePr>
          <p:cNvPr id="4" name="object 4"/>
          <p:cNvGraphicFramePr>
            <a:graphicFrameLocks noGrp="1"/>
          </p:cNvGraphicFramePr>
          <p:nvPr/>
        </p:nvGraphicFramePr>
        <p:xfrm>
          <a:off x="1116327" y="3886192"/>
          <a:ext cx="6983730" cy="2287270"/>
        </p:xfrm>
        <a:graphic>
          <a:graphicData uri="http://schemas.openxmlformats.org/drawingml/2006/table">
            <a:tbl>
              <a:tblPr firstRow="1" bandRow="1">
                <a:tableStyleId>{2D5ABB26-0587-4C30-8999-92F81FD0307C}</a:tableStyleId>
              </a:tblPr>
              <a:tblGrid>
                <a:gridCol w="1719580">
                  <a:extLst>
                    <a:ext uri="{9D8B030D-6E8A-4147-A177-3AD203B41FA5}">
                      <a16:colId xmlns:a16="http://schemas.microsoft.com/office/drawing/2014/main" val="20000"/>
                    </a:ext>
                  </a:extLst>
                </a:gridCol>
                <a:gridCol w="935990">
                  <a:extLst>
                    <a:ext uri="{9D8B030D-6E8A-4147-A177-3AD203B41FA5}">
                      <a16:colId xmlns:a16="http://schemas.microsoft.com/office/drawing/2014/main" val="20001"/>
                    </a:ext>
                  </a:extLst>
                </a:gridCol>
                <a:gridCol w="1758950">
                  <a:extLst>
                    <a:ext uri="{9D8B030D-6E8A-4147-A177-3AD203B41FA5}">
                      <a16:colId xmlns:a16="http://schemas.microsoft.com/office/drawing/2014/main" val="20002"/>
                    </a:ext>
                  </a:extLst>
                </a:gridCol>
                <a:gridCol w="1826260">
                  <a:extLst>
                    <a:ext uri="{9D8B030D-6E8A-4147-A177-3AD203B41FA5}">
                      <a16:colId xmlns:a16="http://schemas.microsoft.com/office/drawing/2014/main" val="20003"/>
                    </a:ext>
                  </a:extLst>
                </a:gridCol>
                <a:gridCol w="742950">
                  <a:extLst>
                    <a:ext uri="{9D8B030D-6E8A-4147-A177-3AD203B41FA5}">
                      <a16:colId xmlns:a16="http://schemas.microsoft.com/office/drawing/2014/main" val="20004"/>
                    </a:ext>
                  </a:extLst>
                </a:gridCol>
              </a:tblGrid>
              <a:tr h="463550">
                <a:tc>
                  <a:txBody>
                    <a:bodyPr/>
                    <a:lstStyle/>
                    <a:p>
                      <a:pPr marL="89535">
                        <a:lnSpc>
                          <a:spcPct val="100000"/>
                        </a:lnSpc>
                        <a:spcBef>
                          <a:spcPts val="60"/>
                        </a:spcBef>
                      </a:pPr>
                      <a:r>
                        <a:rPr sz="1800" spc="-10" dirty="0">
                          <a:latin typeface="Arial"/>
                          <a:cs typeface="Arial"/>
                        </a:rPr>
                        <a:t>ITEM_NAME</a:t>
                      </a:r>
                      <a:endParaRPr sz="1800">
                        <a:latin typeface="Arial"/>
                        <a:cs typeface="Arial"/>
                      </a:endParaRPr>
                    </a:p>
                  </a:txBody>
                  <a:tcPr marL="0" marR="0" marT="7620" marB="0">
                    <a:lnB w="28575">
                      <a:solidFill>
                        <a:srgbClr val="000000"/>
                      </a:solidFill>
                      <a:prstDash val="solid"/>
                    </a:lnB>
                    <a:solidFill>
                      <a:srgbClr val="B8D4F9"/>
                    </a:solidFill>
                  </a:tcPr>
                </a:tc>
                <a:tc>
                  <a:txBody>
                    <a:bodyPr/>
                    <a:lstStyle/>
                    <a:p>
                      <a:pPr marL="151765" algn="ctr">
                        <a:lnSpc>
                          <a:spcPct val="100000"/>
                        </a:lnSpc>
                        <a:spcBef>
                          <a:spcPts val="60"/>
                        </a:spcBef>
                      </a:pPr>
                      <a:r>
                        <a:rPr sz="1800" spc="-10" dirty="0">
                          <a:latin typeface="Arial"/>
                          <a:cs typeface="Arial"/>
                        </a:rPr>
                        <a:t>ITEM_</a:t>
                      </a:r>
                      <a:endParaRPr sz="1800">
                        <a:latin typeface="Arial"/>
                        <a:cs typeface="Arial"/>
                      </a:endParaRPr>
                    </a:p>
                  </a:txBody>
                  <a:tcPr marL="0" marR="0" marT="7620" marB="0">
                    <a:lnB w="28575">
                      <a:solidFill>
                        <a:srgbClr val="000000"/>
                      </a:solidFill>
                      <a:prstDash val="solid"/>
                    </a:lnB>
                    <a:solidFill>
                      <a:srgbClr val="B8D4F9"/>
                    </a:solidFill>
                  </a:tcPr>
                </a:tc>
                <a:tc gridSpan="3">
                  <a:txBody>
                    <a:bodyPr/>
                    <a:lstStyle/>
                    <a:p>
                      <a:pPr marL="71120">
                        <a:lnSpc>
                          <a:spcPct val="100000"/>
                        </a:lnSpc>
                        <a:spcBef>
                          <a:spcPts val="60"/>
                        </a:spcBef>
                      </a:pPr>
                      <a:r>
                        <a:rPr sz="1800" spc="-10" dirty="0">
                          <a:latin typeface="Arial"/>
                          <a:cs typeface="Arial"/>
                        </a:rPr>
                        <a:t>COMPANY_NAMECOMPANY_CITY</a:t>
                      </a:r>
                      <a:endParaRPr sz="1800">
                        <a:latin typeface="Arial"/>
                        <a:cs typeface="Arial"/>
                      </a:endParaRPr>
                    </a:p>
                  </a:txBody>
                  <a:tcPr marL="0" marR="0" marT="7620" marB="0">
                    <a:solidFill>
                      <a:srgbClr val="B8D4F9"/>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387985">
                <a:tc>
                  <a:txBody>
                    <a:bodyPr/>
                    <a:lstStyle/>
                    <a:p>
                      <a:pPr marL="88900">
                        <a:lnSpc>
                          <a:spcPct val="100000"/>
                        </a:lnSpc>
                        <a:spcBef>
                          <a:spcPts val="750"/>
                        </a:spcBef>
                      </a:pPr>
                      <a:r>
                        <a:rPr sz="1800" dirty="0">
                          <a:latin typeface="Arial"/>
                          <a:cs typeface="Arial"/>
                        </a:rPr>
                        <a:t>Chex</a:t>
                      </a:r>
                      <a:r>
                        <a:rPr sz="1800" spc="-5" dirty="0">
                          <a:latin typeface="Arial"/>
                          <a:cs typeface="Arial"/>
                        </a:rPr>
                        <a:t> </a:t>
                      </a:r>
                      <a:r>
                        <a:rPr sz="1800" spc="-25" dirty="0">
                          <a:latin typeface="Arial"/>
                          <a:cs typeface="Arial"/>
                        </a:rPr>
                        <a:t>Mix</a:t>
                      </a:r>
                      <a:endParaRPr sz="1800">
                        <a:latin typeface="Arial"/>
                        <a:cs typeface="Arial"/>
                      </a:endParaRPr>
                    </a:p>
                  </a:txBody>
                  <a:tcPr marL="0" marR="0" marT="95250" marB="0">
                    <a:lnT w="28575">
                      <a:solidFill>
                        <a:srgbClr val="000000"/>
                      </a:solidFill>
                      <a:prstDash val="solid"/>
                    </a:lnT>
                    <a:solidFill>
                      <a:srgbClr val="B8D4F9"/>
                    </a:solidFill>
                  </a:tcPr>
                </a:tc>
                <a:tc>
                  <a:txBody>
                    <a:bodyPr/>
                    <a:lstStyle/>
                    <a:p>
                      <a:pPr marL="240665" algn="ctr">
                        <a:lnSpc>
                          <a:spcPct val="100000"/>
                        </a:lnSpc>
                        <a:spcBef>
                          <a:spcPts val="750"/>
                        </a:spcBef>
                      </a:pPr>
                      <a:r>
                        <a:rPr sz="1800" spc="-25" dirty="0">
                          <a:latin typeface="Arial"/>
                          <a:cs typeface="Arial"/>
                        </a:rPr>
                        <a:t>Pcs</a:t>
                      </a:r>
                      <a:endParaRPr sz="1800">
                        <a:latin typeface="Arial"/>
                        <a:cs typeface="Arial"/>
                      </a:endParaRPr>
                    </a:p>
                  </a:txBody>
                  <a:tcPr marL="0" marR="0" marT="95250" marB="0">
                    <a:lnT w="28575">
                      <a:solidFill>
                        <a:srgbClr val="000000"/>
                      </a:solidFill>
                      <a:prstDash val="solid"/>
                    </a:lnT>
                    <a:solidFill>
                      <a:srgbClr val="B8D4F9"/>
                    </a:solidFill>
                  </a:tcPr>
                </a:tc>
                <a:tc>
                  <a:txBody>
                    <a:bodyPr/>
                    <a:lstStyle/>
                    <a:p>
                      <a:pPr marL="98425">
                        <a:lnSpc>
                          <a:spcPct val="100000"/>
                        </a:lnSpc>
                        <a:spcBef>
                          <a:spcPts val="750"/>
                        </a:spcBef>
                      </a:pPr>
                      <a:r>
                        <a:rPr sz="1800" dirty="0">
                          <a:latin typeface="Arial"/>
                          <a:cs typeface="Arial"/>
                        </a:rPr>
                        <a:t>Akas</a:t>
                      </a:r>
                      <a:r>
                        <a:rPr sz="1800" spc="-5" dirty="0">
                          <a:latin typeface="Arial"/>
                          <a:cs typeface="Arial"/>
                        </a:rPr>
                        <a:t> </a:t>
                      </a:r>
                      <a:r>
                        <a:rPr sz="1800" spc="-10" dirty="0">
                          <a:latin typeface="Arial"/>
                          <a:cs typeface="Arial"/>
                        </a:rPr>
                        <a:t>Foods</a:t>
                      </a:r>
                      <a:endParaRPr sz="1800">
                        <a:latin typeface="Arial"/>
                        <a:cs typeface="Arial"/>
                      </a:endParaRPr>
                    </a:p>
                  </a:txBody>
                  <a:tcPr marL="0" marR="0" marT="95250" marB="0">
                    <a:solidFill>
                      <a:srgbClr val="B8D4F9"/>
                    </a:solidFill>
                  </a:tcPr>
                </a:tc>
                <a:tc>
                  <a:txBody>
                    <a:bodyPr/>
                    <a:lstStyle/>
                    <a:p>
                      <a:pPr marL="563880">
                        <a:lnSpc>
                          <a:spcPct val="100000"/>
                        </a:lnSpc>
                        <a:spcBef>
                          <a:spcPts val="750"/>
                        </a:spcBef>
                      </a:pPr>
                      <a:r>
                        <a:rPr sz="1800" spc="-10" dirty="0">
                          <a:latin typeface="Arial"/>
                          <a:cs typeface="Arial"/>
                        </a:rPr>
                        <a:t>Delhi</a:t>
                      </a:r>
                      <a:endParaRPr sz="1800">
                        <a:latin typeface="Arial"/>
                        <a:cs typeface="Arial"/>
                      </a:endParaRPr>
                    </a:p>
                  </a:txBody>
                  <a:tcPr marL="0" marR="0" marT="95250" marB="0">
                    <a:lnT w="28575">
                      <a:solidFill>
                        <a:srgbClr val="000000"/>
                      </a:solidFill>
                      <a:prstDash val="solid"/>
                    </a:lnT>
                    <a:solidFill>
                      <a:srgbClr val="B8D4F9"/>
                    </a:solidFill>
                  </a:tcPr>
                </a:tc>
                <a:tc rowSpan="2">
                  <a:txBody>
                    <a:bodyPr/>
                    <a:lstStyle/>
                    <a:p>
                      <a:pPr>
                        <a:lnSpc>
                          <a:spcPct val="100000"/>
                        </a:lnSpc>
                      </a:pPr>
                      <a:endParaRPr sz="1800">
                        <a:latin typeface="Times New Roman"/>
                        <a:cs typeface="Times New Roman"/>
                      </a:endParaRPr>
                    </a:p>
                  </a:txBody>
                  <a:tcPr marL="0" marR="0" marT="0" marB="0">
                    <a:solidFill>
                      <a:srgbClr val="B8D4F9"/>
                    </a:solidFill>
                  </a:tcPr>
                </a:tc>
                <a:extLst>
                  <a:ext uri="{0D108BD9-81ED-4DB2-BD59-A6C34878D82A}">
                    <a16:rowId xmlns:a16="http://schemas.microsoft.com/office/drawing/2014/main" val="10001"/>
                  </a:ext>
                </a:extLst>
              </a:tr>
              <a:tr h="1435735">
                <a:tc>
                  <a:txBody>
                    <a:bodyPr/>
                    <a:lstStyle/>
                    <a:p>
                      <a:pPr marL="88900" marR="569595">
                        <a:lnSpc>
                          <a:spcPts val="2160"/>
                        </a:lnSpc>
                        <a:spcBef>
                          <a:spcPts val="25"/>
                        </a:spcBef>
                      </a:pPr>
                      <a:r>
                        <a:rPr sz="1800" spc="-10" dirty="0">
                          <a:latin typeface="Arial"/>
                          <a:cs typeface="Arial"/>
                        </a:rPr>
                        <a:t>Cheez-</a:t>
                      </a:r>
                      <a:r>
                        <a:rPr sz="1800" spc="-35" dirty="0">
                          <a:latin typeface="Arial"/>
                          <a:cs typeface="Arial"/>
                        </a:rPr>
                        <a:t>It </a:t>
                      </a:r>
                      <a:r>
                        <a:rPr sz="1800" dirty="0">
                          <a:latin typeface="Arial"/>
                          <a:cs typeface="Arial"/>
                        </a:rPr>
                        <a:t>BN</a:t>
                      </a:r>
                      <a:r>
                        <a:rPr sz="1800" spc="-10" dirty="0">
                          <a:latin typeface="Arial"/>
                          <a:cs typeface="Arial"/>
                        </a:rPr>
                        <a:t> Biscuit</a:t>
                      </a:r>
                      <a:endParaRPr sz="1800">
                        <a:latin typeface="Arial"/>
                        <a:cs typeface="Arial"/>
                      </a:endParaRPr>
                    </a:p>
                    <a:p>
                      <a:pPr marL="88900" marR="199390">
                        <a:lnSpc>
                          <a:spcPts val="2160"/>
                        </a:lnSpc>
                      </a:pPr>
                      <a:r>
                        <a:rPr sz="1800" dirty="0">
                          <a:latin typeface="Arial"/>
                          <a:cs typeface="Arial"/>
                        </a:rPr>
                        <a:t>Mighty</a:t>
                      </a:r>
                      <a:r>
                        <a:rPr sz="1800" spc="-5" dirty="0">
                          <a:latin typeface="Arial"/>
                          <a:cs typeface="Arial"/>
                        </a:rPr>
                        <a:t> </a:t>
                      </a:r>
                      <a:r>
                        <a:rPr sz="1800" spc="-10" dirty="0">
                          <a:latin typeface="Arial"/>
                          <a:cs typeface="Arial"/>
                        </a:rPr>
                        <a:t>Munch </a:t>
                      </a:r>
                      <a:r>
                        <a:rPr sz="1800" dirty="0">
                          <a:latin typeface="Arial"/>
                          <a:cs typeface="Arial"/>
                        </a:rPr>
                        <a:t>Pot</a:t>
                      </a:r>
                      <a:r>
                        <a:rPr sz="1800" spc="-25" dirty="0">
                          <a:latin typeface="Arial"/>
                          <a:cs typeface="Arial"/>
                        </a:rPr>
                        <a:t> </a:t>
                      </a:r>
                      <a:r>
                        <a:rPr sz="1800" spc="-20" dirty="0">
                          <a:latin typeface="Arial"/>
                          <a:cs typeface="Arial"/>
                        </a:rPr>
                        <a:t>Rice</a:t>
                      </a:r>
                      <a:endParaRPr sz="1800">
                        <a:latin typeface="Arial"/>
                        <a:cs typeface="Arial"/>
                      </a:endParaRPr>
                    </a:p>
                    <a:p>
                      <a:pPr marL="88900">
                        <a:lnSpc>
                          <a:spcPts val="2090"/>
                        </a:lnSpc>
                      </a:pPr>
                      <a:r>
                        <a:rPr sz="1800" dirty="0">
                          <a:latin typeface="Arial"/>
                          <a:cs typeface="Arial"/>
                        </a:rPr>
                        <a:t>Jaffa</a:t>
                      </a:r>
                      <a:r>
                        <a:rPr sz="1800" spc="-55" dirty="0">
                          <a:latin typeface="Arial"/>
                          <a:cs typeface="Arial"/>
                        </a:rPr>
                        <a:t> </a:t>
                      </a:r>
                      <a:r>
                        <a:rPr sz="1800" spc="-10" dirty="0">
                          <a:latin typeface="Arial"/>
                          <a:cs typeface="Arial"/>
                        </a:rPr>
                        <a:t>Cakes</a:t>
                      </a:r>
                      <a:endParaRPr sz="1800">
                        <a:latin typeface="Arial"/>
                        <a:cs typeface="Arial"/>
                      </a:endParaRPr>
                    </a:p>
                  </a:txBody>
                  <a:tcPr marL="0" marR="0" marT="3175" marB="0">
                    <a:solidFill>
                      <a:srgbClr val="B8D4F9"/>
                    </a:solidFill>
                  </a:tcPr>
                </a:tc>
                <a:tc>
                  <a:txBody>
                    <a:bodyPr/>
                    <a:lstStyle/>
                    <a:p>
                      <a:pPr marL="354330" marR="142875" indent="25400" algn="just">
                        <a:lnSpc>
                          <a:spcPts val="2160"/>
                        </a:lnSpc>
                        <a:spcBef>
                          <a:spcPts val="25"/>
                        </a:spcBef>
                      </a:pPr>
                      <a:r>
                        <a:rPr sz="1800" spc="-25" dirty="0">
                          <a:latin typeface="Arial"/>
                          <a:cs typeface="Arial"/>
                        </a:rPr>
                        <a:t>Pcs Pcs Pcs Pcs Pcs</a:t>
                      </a:r>
                      <a:endParaRPr sz="1800">
                        <a:latin typeface="Arial"/>
                        <a:cs typeface="Arial"/>
                      </a:endParaRPr>
                    </a:p>
                  </a:txBody>
                  <a:tcPr marL="0" marR="0" marT="3175" marB="0">
                    <a:solidFill>
                      <a:srgbClr val="B8D4F9"/>
                    </a:solidFill>
                  </a:tcPr>
                </a:tc>
                <a:tc>
                  <a:txBody>
                    <a:bodyPr/>
                    <a:lstStyle/>
                    <a:p>
                      <a:pPr marL="55244" marR="438784" indent="24765" algn="just">
                        <a:lnSpc>
                          <a:spcPts val="2160"/>
                        </a:lnSpc>
                        <a:spcBef>
                          <a:spcPts val="25"/>
                        </a:spcBef>
                      </a:pPr>
                      <a:r>
                        <a:rPr sz="1800" dirty="0">
                          <a:latin typeface="Arial"/>
                          <a:cs typeface="Arial"/>
                        </a:rPr>
                        <a:t>Jack</a:t>
                      </a:r>
                      <a:r>
                        <a:rPr sz="1800" spc="-25" dirty="0">
                          <a:latin typeface="Arial"/>
                          <a:cs typeface="Arial"/>
                        </a:rPr>
                        <a:t> </a:t>
                      </a:r>
                      <a:r>
                        <a:rPr sz="1800" dirty="0">
                          <a:latin typeface="Arial"/>
                          <a:cs typeface="Arial"/>
                        </a:rPr>
                        <a:t>Hill</a:t>
                      </a:r>
                      <a:r>
                        <a:rPr sz="1800" spc="-25" dirty="0">
                          <a:latin typeface="Arial"/>
                          <a:cs typeface="Arial"/>
                        </a:rPr>
                        <a:t> Ltd </a:t>
                      </a:r>
                      <a:r>
                        <a:rPr sz="1800" dirty="0">
                          <a:latin typeface="Arial"/>
                          <a:cs typeface="Arial"/>
                        </a:rPr>
                        <a:t>Jack</a:t>
                      </a:r>
                      <a:r>
                        <a:rPr sz="1800" spc="-25" dirty="0">
                          <a:latin typeface="Arial"/>
                          <a:cs typeface="Arial"/>
                        </a:rPr>
                        <a:t> </a:t>
                      </a:r>
                      <a:r>
                        <a:rPr sz="1800" dirty="0">
                          <a:latin typeface="Arial"/>
                          <a:cs typeface="Arial"/>
                        </a:rPr>
                        <a:t>Hill</a:t>
                      </a:r>
                      <a:r>
                        <a:rPr sz="1800" spc="-25" dirty="0">
                          <a:latin typeface="Arial"/>
                          <a:cs typeface="Arial"/>
                        </a:rPr>
                        <a:t> Ltd </a:t>
                      </a:r>
                      <a:r>
                        <a:rPr sz="1800" spc="-10" dirty="0">
                          <a:latin typeface="Arial"/>
                          <a:cs typeface="Arial"/>
                        </a:rPr>
                        <a:t>Foodies.</a:t>
                      </a:r>
                      <a:endParaRPr sz="1800">
                        <a:latin typeface="Arial"/>
                        <a:cs typeface="Arial"/>
                      </a:endParaRPr>
                    </a:p>
                    <a:p>
                      <a:pPr marL="102870" marR="439420" indent="-23495" algn="just">
                        <a:lnSpc>
                          <a:spcPts val="2160"/>
                        </a:lnSpc>
                      </a:pPr>
                      <a:r>
                        <a:rPr sz="1800" dirty="0">
                          <a:latin typeface="Arial"/>
                          <a:cs typeface="Arial"/>
                        </a:rPr>
                        <a:t>Jack</a:t>
                      </a:r>
                      <a:r>
                        <a:rPr sz="1800" spc="-25" dirty="0">
                          <a:latin typeface="Arial"/>
                          <a:cs typeface="Arial"/>
                        </a:rPr>
                        <a:t> </a:t>
                      </a:r>
                      <a:r>
                        <a:rPr sz="1800" dirty="0">
                          <a:latin typeface="Arial"/>
                          <a:cs typeface="Arial"/>
                        </a:rPr>
                        <a:t>Hill</a:t>
                      </a:r>
                      <a:r>
                        <a:rPr sz="1800" spc="-25" dirty="0">
                          <a:latin typeface="Arial"/>
                          <a:cs typeface="Arial"/>
                        </a:rPr>
                        <a:t> Ltd </a:t>
                      </a:r>
                      <a:r>
                        <a:rPr sz="1800" dirty="0">
                          <a:latin typeface="Arial"/>
                          <a:cs typeface="Arial"/>
                        </a:rPr>
                        <a:t>Order</a:t>
                      </a:r>
                      <a:r>
                        <a:rPr sz="1800" spc="-105" dirty="0">
                          <a:latin typeface="Arial"/>
                          <a:cs typeface="Arial"/>
                        </a:rPr>
                        <a:t> </a:t>
                      </a:r>
                      <a:r>
                        <a:rPr sz="1800" spc="-25" dirty="0">
                          <a:latin typeface="Arial"/>
                          <a:cs typeface="Arial"/>
                        </a:rPr>
                        <a:t>All</a:t>
                      </a:r>
                      <a:endParaRPr sz="1800">
                        <a:latin typeface="Arial"/>
                        <a:cs typeface="Arial"/>
                      </a:endParaRPr>
                    </a:p>
                  </a:txBody>
                  <a:tcPr marL="0" marR="0" marT="3175" marB="0">
                    <a:solidFill>
                      <a:srgbClr val="B8D4F9"/>
                    </a:solidFill>
                  </a:tcPr>
                </a:tc>
                <a:tc>
                  <a:txBody>
                    <a:bodyPr/>
                    <a:lstStyle/>
                    <a:p>
                      <a:pPr marL="446405" marR="548005" indent="60325" algn="just">
                        <a:lnSpc>
                          <a:spcPts val="2160"/>
                        </a:lnSpc>
                        <a:spcBef>
                          <a:spcPts val="25"/>
                        </a:spcBef>
                      </a:pPr>
                      <a:r>
                        <a:rPr sz="1800" spc="-10" dirty="0">
                          <a:latin typeface="Arial"/>
                          <a:cs typeface="Arial"/>
                        </a:rPr>
                        <a:t>London London London London Boston</a:t>
                      </a:r>
                      <a:endParaRPr sz="1800">
                        <a:latin typeface="Arial"/>
                        <a:cs typeface="Arial"/>
                      </a:endParaRPr>
                    </a:p>
                  </a:txBody>
                  <a:tcPr marL="0" marR="0" marT="3175" marB="0">
                    <a:solidFill>
                      <a:srgbClr val="B8D4F9"/>
                    </a:solidFill>
                  </a:tcPr>
                </a:tc>
                <a:tc vMerge="1">
                  <a:txBody>
                    <a:bodyPr/>
                    <a:lstStyle/>
                    <a:p>
                      <a:endParaRPr/>
                    </a:p>
                  </a:txBody>
                  <a:tcPr marL="0" marR="0" marT="0" marB="0">
                    <a:solidFill>
                      <a:srgbClr val="B8D4F9"/>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695" rIns="0" bIns="0" rtlCol="0">
            <a:spAutoFit/>
          </a:bodyPr>
          <a:lstStyle/>
          <a:p>
            <a:pPr marL="8255" marR="127635" algn="r">
              <a:lnSpc>
                <a:spcPct val="100000"/>
              </a:lnSpc>
              <a:spcBef>
                <a:spcPts val="100"/>
              </a:spcBef>
            </a:pPr>
            <a:r>
              <a:rPr dirty="0"/>
              <a:t>RIGHT</a:t>
            </a:r>
            <a:r>
              <a:rPr spc="-30" dirty="0"/>
              <a:t> </a:t>
            </a:r>
            <a:r>
              <a:rPr spc="-10" dirty="0"/>
              <a:t>JOINS</a:t>
            </a:r>
          </a:p>
        </p:txBody>
      </p:sp>
      <p:pic>
        <p:nvPicPr>
          <p:cNvPr id="3" name="object 3"/>
          <p:cNvPicPr/>
          <p:nvPr/>
        </p:nvPicPr>
        <p:blipFill>
          <a:blip r:embed="rId2" cstate="print"/>
          <a:stretch>
            <a:fillRect/>
          </a:stretch>
        </p:blipFill>
        <p:spPr>
          <a:xfrm>
            <a:off x="1187447" y="3166593"/>
            <a:ext cx="3009568" cy="2842583"/>
          </a:xfrm>
          <a:prstGeom prst="rect">
            <a:avLst/>
          </a:prstGeom>
        </p:spPr>
      </p:pic>
      <p:sp>
        <p:nvSpPr>
          <p:cNvPr id="4" name="object 4"/>
          <p:cNvSpPr txBox="1"/>
          <p:nvPr/>
        </p:nvSpPr>
        <p:spPr>
          <a:xfrm>
            <a:off x="229151" y="1734149"/>
            <a:ext cx="8396605" cy="2864887"/>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a:cs typeface="Arial"/>
              </a:rPr>
              <a:t>a.</a:t>
            </a:r>
            <a:r>
              <a:rPr sz="1800" b="1" spc="-30" dirty="0">
                <a:latin typeface="Arial"/>
                <a:cs typeface="Arial"/>
              </a:rPr>
              <a:t> </a:t>
            </a:r>
            <a:r>
              <a:rPr sz="1800" b="1" dirty="0">
                <a:latin typeface="Arial"/>
                <a:cs typeface="Arial"/>
              </a:rPr>
              <a:t>Right</a:t>
            </a:r>
            <a:r>
              <a:rPr sz="1800" b="1" spc="-30" dirty="0">
                <a:latin typeface="Arial"/>
                <a:cs typeface="Arial"/>
              </a:rPr>
              <a:t> </a:t>
            </a:r>
            <a:r>
              <a:rPr sz="1800" b="1" spc="-20" dirty="0">
                <a:latin typeface="Arial"/>
                <a:cs typeface="Arial"/>
              </a:rPr>
              <a:t>Join</a:t>
            </a:r>
            <a:endParaRPr sz="1800" dirty="0">
              <a:latin typeface="Arial"/>
              <a:cs typeface="Arial"/>
            </a:endParaRPr>
          </a:p>
          <a:p>
            <a:pPr>
              <a:lnSpc>
                <a:spcPct val="100000"/>
              </a:lnSpc>
              <a:spcBef>
                <a:spcPts val="1455"/>
              </a:spcBef>
            </a:pPr>
            <a:endParaRPr sz="1800" dirty="0">
              <a:latin typeface="Arial"/>
              <a:cs typeface="Arial"/>
            </a:endParaRPr>
          </a:p>
          <a:p>
            <a:pPr marL="178435" marR="73025">
              <a:lnSpc>
                <a:spcPct val="100000"/>
              </a:lnSpc>
            </a:pPr>
            <a:r>
              <a:rPr sz="1800" b="1" dirty="0">
                <a:latin typeface="Arial"/>
                <a:cs typeface="Arial"/>
              </a:rPr>
              <a:t>Right</a:t>
            </a:r>
            <a:r>
              <a:rPr sz="1800" b="1" spc="-35" dirty="0">
                <a:latin typeface="Arial"/>
                <a:cs typeface="Arial"/>
              </a:rPr>
              <a:t> </a:t>
            </a:r>
            <a:r>
              <a:rPr sz="1800" b="1" dirty="0">
                <a:latin typeface="Arial"/>
                <a:cs typeface="Arial"/>
              </a:rPr>
              <a:t>outer</a:t>
            </a:r>
            <a:r>
              <a:rPr sz="1800" b="1" spc="-30" dirty="0">
                <a:latin typeface="Arial"/>
                <a:cs typeface="Arial"/>
              </a:rPr>
              <a:t> </a:t>
            </a:r>
            <a:r>
              <a:rPr sz="1800" b="1" dirty="0">
                <a:latin typeface="Arial"/>
                <a:cs typeface="Arial"/>
              </a:rPr>
              <a:t>join</a:t>
            </a:r>
            <a:r>
              <a:rPr sz="1800" b="1" spc="-30" dirty="0">
                <a:latin typeface="Arial"/>
                <a:cs typeface="Arial"/>
              </a:rPr>
              <a:t> </a:t>
            </a:r>
            <a:r>
              <a:rPr sz="1800" b="1" dirty="0">
                <a:latin typeface="Arial"/>
                <a:cs typeface="Arial"/>
              </a:rPr>
              <a:t>returns</a:t>
            </a:r>
            <a:r>
              <a:rPr sz="1800" b="1" spc="-30" dirty="0">
                <a:latin typeface="Arial"/>
                <a:cs typeface="Arial"/>
              </a:rPr>
              <a:t> </a:t>
            </a:r>
            <a:r>
              <a:rPr sz="1800" b="1" dirty="0">
                <a:latin typeface="Arial"/>
                <a:cs typeface="Arial"/>
              </a:rPr>
              <a:t>all</a:t>
            </a:r>
            <a:r>
              <a:rPr sz="1800" b="1" spc="-30" dirty="0">
                <a:latin typeface="Arial"/>
                <a:cs typeface="Arial"/>
              </a:rPr>
              <a:t> </a:t>
            </a:r>
            <a:r>
              <a:rPr sz="1800" b="1" dirty="0">
                <a:latin typeface="Arial"/>
                <a:cs typeface="Arial"/>
              </a:rPr>
              <a:t>records/rows</a:t>
            </a:r>
            <a:r>
              <a:rPr sz="1800" b="1" spc="-30" dirty="0">
                <a:latin typeface="Arial"/>
                <a:cs typeface="Arial"/>
              </a:rPr>
              <a:t> </a:t>
            </a:r>
            <a:r>
              <a:rPr sz="1800" b="1" dirty="0">
                <a:latin typeface="Arial"/>
                <a:cs typeface="Arial"/>
              </a:rPr>
              <a:t>from</a:t>
            </a:r>
            <a:r>
              <a:rPr sz="1800" b="1" spc="-30" dirty="0">
                <a:latin typeface="Arial"/>
                <a:cs typeface="Arial"/>
              </a:rPr>
              <a:t> </a:t>
            </a:r>
            <a:r>
              <a:rPr sz="1800" b="1" dirty="0">
                <a:latin typeface="Arial"/>
                <a:cs typeface="Arial"/>
              </a:rPr>
              <a:t>right</a:t>
            </a:r>
            <a:r>
              <a:rPr sz="1800" b="1" spc="-35" dirty="0">
                <a:latin typeface="Arial"/>
                <a:cs typeface="Arial"/>
              </a:rPr>
              <a:t> </a:t>
            </a:r>
            <a:r>
              <a:rPr sz="1800" b="1" dirty="0">
                <a:latin typeface="Arial"/>
                <a:cs typeface="Arial"/>
              </a:rPr>
              <a:t>table</a:t>
            </a:r>
            <a:r>
              <a:rPr sz="1800" b="1" spc="-30" dirty="0">
                <a:latin typeface="Arial"/>
                <a:cs typeface="Arial"/>
              </a:rPr>
              <a:t> </a:t>
            </a:r>
            <a:r>
              <a:rPr sz="1800" b="1" dirty="0">
                <a:latin typeface="Arial"/>
                <a:cs typeface="Arial"/>
              </a:rPr>
              <a:t>and</a:t>
            </a:r>
            <a:r>
              <a:rPr sz="1800" b="1" spc="-30" dirty="0">
                <a:latin typeface="Arial"/>
                <a:cs typeface="Arial"/>
              </a:rPr>
              <a:t> </a:t>
            </a:r>
            <a:r>
              <a:rPr sz="1800" b="1" dirty="0">
                <a:latin typeface="Arial"/>
                <a:cs typeface="Arial"/>
              </a:rPr>
              <a:t>from</a:t>
            </a:r>
            <a:r>
              <a:rPr sz="1800" b="1" spc="-30" dirty="0">
                <a:latin typeface="Arial"/>
                <a:cs typeface="Arial"/>
              </a:rPr>
              <a:t> </a:t>
            </a:r>
            <a:r>
              <a:rPr sz="1800" b="1" dirty="0">
                <a:latin typeface="Arial"/>
                <a:cs typeface="Arial"/>
              </a:rPr>
              <a:t>left</a:t>
            </a:r>
            <a:r>
              <a:rPr sz="1800" b="1" spc="-30" dirty="0">
                <a:latin typeface="Arial"/>
                <a:cs typeface="Arial"/>
              </a:rPr>
              <a:t> </a:t>
            </a:r>
            <a:r>
              <a:rPr sz="1800" b="1" spc="-10" dirty="0">
                <a:latin typeface="Arial"/>
                <a:cs typeface="Arial"/>
              </a:rPr>
              <a:t>table </a:t>
            </a:r>
            <a:r>
              <a:rPr sz="1800" b="1" dirty="0">
                <a:latin typeface="Arial"/>
                <a:cs typeface="Arial"/>
              </a:rPr>
              <a:t>returns</a:t>
            </a:r>
            <a:r>
              <a:rPr sz="1800" b="1" spc="-40" dirty="0">
                <a:latin typeface="Arial"/>
                <a:cs typeface="Arial"/>
              </a:rPr>
              <a:t> </a:t>
            </a:r>
            <a:r>
              <a:rPr sz="1800" b="1" dirty="0">
                <a:latin typeface="Arial"/>
                <a:cs typeface="Arial"/>
              </a:rPr>
              <a:t>only</a:t>
            </a:r>
            <a:r>
              <a:rPr sz="1800" b="1" spc="-30" dirty="0">
                <a:latin typeface="Arial"/>
                <a:cs typeface="Arial"/>
              </a:rPr>
              <a:t> </a:t>
            </a:r>
            <a:r>
              <a:rPr sz="1800" b="1" dirty="0">
                <a:latin typeface="Arial"/>
                <a:cs typeface="Arial"/>
              </a:rPr>
              <a:t>matched</a:t>
            </a:r>
            <a:r>
              <a:rPr sz="1800" b="1" spc="-30" dirty="0">
                <a:latin typeface="Arial"/>
                <a:cs typeface="Arial"/>
              </a:rPr>
              <a:t> </a:t>
            </a:r>
            <a:r>
              <a:rPr sz="1800" b="1" spc="-10" dirty="0">
                <a:latin typeface="Arial"/>
                <a:cs typeface="Arial"/>
              </a:rPr>
              <a:t>records.</a:t>
            </a:r>
            <a:endParaRPr sz="1800" dirty="0">
              <a:latin typeface="Arial"/>
              <a:cs typeface="Arial"/>
            </a:endParaRPr>
          </a:p>
          <a:p>
            <a:pPr marL="4502785">
              <a:lnSpc>
                <a:spcPct val="100000"/>
              </a:lnSpc>
              <a:spcBef>
                <a:spcPts val="1105"/>
              </a:spcBef>
            </a:pPr>
            <a:r>
              <a:rPr sz="1800" b="1" spc="-10" dirty="0">
                <a:latin typeface="Arial"/>
                <a:cs typeface="Arial"/>
              </a:rPr>
              <a:t>Syntax:</a:t>
            </a:r>
            <a:endParaRPr sz="1800" dirty="0">
              <a:latin typeface="Arial"/>
              <a:cs typeface="Arial"/>
            </a:endParaRPr>
          </a:p>
          <a:p>
            <a:pPr>
              <a:lnSpc>
                <a:spcPct val="100000"/>
              </a:lnSpc>
              <a:spcBef>
                <a:spcPts val="180"/>
              </a:spcBef>
            </a:pPr>
            <a:endParaRPr sz="1800" dirty="0">
              <a:latin typeface="Arial"/>
              <a:cs typeface="Arial"/>
            </a:endParaRPr>
          </a:p>
          <a:p>
            <a:pPr marL="4502785" marR="1261745">
              <a:lnSpc>
                <a:spcPct val="100000"/>
              </a:lnSpc>
            </a:pPr>
            <a:r>
              <a:rPr sz="1800" b="1" dirty="0">
                <a:latin typeface="Arial"/>
                <a:cs typeface="Arial"/>
              </a:rPr>
              <a:t>Select</a:t>
            </a:r>
            <a:r>
              <a:rPr sz="1800" b="1" spc="-25" dirty="0">
                <a:latin typeface="Arial"/>
                <a:cs typeface="Arial"/>
              </a:rPr>
              <a:t> </a:t>
            </a:r>
            <a:r>
              <a:rPr sz="1800" b="1" dirty="0">
                <a:latin typeface="Arial"/>
                <a:cs typeface="Arial"/>
              </a:rPr>
              <a:t>*</a:t>
            </a:r>
            <a:r>
              <a:rPr sz="1800" b="1" spc="-25" dirty="0">
                <a:latin typeface="Arial"/>
                <a:cs typeface="Arial"/>
              </a:rPr>
              <a:t> </a:t>
            </a:r>
            <a:r>
              <a:rPr sz="1800" b="1" dirty="0">
                <a:latin typeface="Arial"/>
                <a:cs typeface="Arial"/>
              </a:rPr>
              <a:t>from</a:t>
            </a:r>
            <a:r>
              <a:rPr sz="1800" b="1" spc="-25" dirty="0">
                <a:latin typeface="Arial"/>
                <a:cs typeface="Arial"/>
              </a:rPr>
              <a:t> </a:t>
            </a:r>
            <a:r>
              <a:rPr sz="1800" b="1" spc="-20" dirty="0">
                <a:latin typeface="Arial"/>
                <a:cs typeface="Arial"/>
              </a:rPr>
              <a:t>Table</a:t>
            </a:r>
            <a:r>
              <a:rPr sz="1800" b="1" spc="-25" dirty="0">
                <a:latin typeface="Arial"/>
                <a:cs typeface="Arial"/>
              </a:rPr>
              <a:t> </a:t>
            </a:r>
            <a:r>
              <a:rPr sz="1800" b="1" spc="-50" dirty="0">
                <a:latin typeface="Arial"/>
                <a:cs typeface="Arial"/>
              </a:rPr>
              <a:t>1 </a:t>
            </a:r>
            <a:r>
              <a:rPr sz="1800" b="1" dirty="0">
                <a:latin typeface="Arial"/>
                <a:cs typeface="Arial"/>
              </a:rPr>
              <a:t>Right</a:t>
            </a:r>
            <a:r>
              <a:rPr sz="1800" b="1" spc="-45" dirty="0">
                <a:latin typeface="Arial"/>
                <a:cs typeface="Arial"/>
              </a:rPr>
              <a:t> </a:t>
            </a:r>
            <a:r>
              <a:rPr lang="en-US" b="1" spc="-45" dirty="0">
                <a:latin typeface="Arial"/>
                <a:cs typeface="Arial"/>
              </a:rPr>
              <a:t> </a:t>
            </a:r>
            <a:r>
              <a:rPr sz="1800" b="1" dirty="0">
                <a:latin typeface="Arial"/>
                <a:cs typeface="Arial"/>
              </a:rPr>
              <a:t>Join</a:t>
            </a:r>
            <a:r>
              <a:rPr sz="1800" b="1" spc="-40" dirty="0">
                <a:latin typeface="Arial"/>
                <a:cs typeface="Arial"/>
              </a:rPr>
              <a:t> </a:t>
            </a:r>
            <a:r>
              <a:rPr sz="1800" b="1" spc="-20" dirty="0">
                <a:latin typeface="Arial"/>
                <a:cs typeface="Arial"/>
              </a:rPr>
              <a:t>Table</a:t>
            </a:r>
            <a:r>
              <a:rPr sz="1800" b="1" spc="-40" dirty="0">
                <a:latin typeface="Arial"/>
                <a:cs typeface="Arial"/>
              </a:rPr>
              <a:t> </a:t>
            </a:r>
            <a:r>
              <a:rPr sz="1800" b="1" spc="-50" dirty="0">
                <a:latin typeface="Arial"/>
                <a:cs typeface="Arial"/>
              </a:rPr>
              <a:t>2 </a:t>
            </a:r>
            <a:r>
              <a:rPr sz="1800" b="1" spc="-25" dirty="0">
                <a:latin typeface="Arial"/>
                <a:cs typeface="Arial"/>
              </a:rPr>
              <a:t>ON</a:t>
            </a:r>
            <a:endParaRPr sz="1800" dirty="0">
              <a:latin typeface="Arial"/>
              <a:cs typeface="Arial"/>
            </a:endParaRPr>
          </a:p>
          <a:p>
            <a:pPr marL="4502785">
              <a:lnSpc>
                <a:spcPct val="100000"/>
              </a:lnSpc>
            </a:pPr>
            <a:r>
              <a:rPr sz="1800" b="1" spc="-20" dirty="0">
                <a:latin typeface="Arial"/>
                <a:cs typeface="Arial"/>
              </a:rPr>
              <a:t>Table</a:t>
            </a:r>
            <a:r>
              <a:rPr sz="1800" b="1" spc="-65" dirty="0">
                <a:latin typeface="Arial"/>
                <a:cs typeface="Arial"/>
              </a:rPr>
              <a:t> </a:t>
            </a:r>
            <a:r>
              <a:rPr sz="1800" b="1" dirty="0">
                <a:latin typeface="Arial"/>
                <a:cs typeface="Arial"/>
              </a:rPr>
              <a:t>1.Column</a:t>
            </a:r>
            <a:r>
              <a:rPr sz="1800" b="1" spc="-65" dirty="0">
                <a:latin typeface="Arial"/>
                <a:cs typeface="Arial"/>
              </a:rPr>
              <a:t> </a:t>
            </a:r>
            <a:r>
              <a:rPr sz="1800" b="1" spc="-10" dirty="0">
                <a:latin typeface="Arial"/>
                <a:cs typeface="Arial"/>
              </a:rPr>
              <a:t>1=Table</a:t>
            </a:r>
            <a:r>
              <a:rPr sz="1800" b="1" spc="-60" dirty="0">
                <a:latin typeface="Arial"/>
                <a:cs typeface="Arial"/>
              </a:rPr>
              <a:t> </a:t>
            </a:r>
            <a:r>
              <a:rPr sz="1800" b="1" dirty="0">
                <a:latin typeface="Arial"/>
                <a:cs typeface="Arial"/>
              </a:rPr>
              <a:t>2.Column</a:t>
            </a:r>
            <a:r>
              <a:rPr sz="1800" b="1" spc="-65" dirty="0">
                <a:latin typeface="Arial"/>
                <a:cs typeface="Arial"/>
              </a:rPr>
              <a:t> </a:t>
            </a:r>
            <a:r>
              <a:rPr sz="1800" b="1" spc="-50" dirty="0">
                <a:latin typeface="Arial"/>
                <a:cs typeface="Arial"/>
              </a:rPr>
              <a:t>1</a:t>
            </a:r>
            <a:endParaRPr sz="1800" dirty="0">
              <a:latin typeface="Arial"/>
              <a:cs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2794" rIns="0" bIns="0" rtlCol="0">
            <a:spAutoFit/>
          </a:bodyPr>
          <a:lstStyle/>
          <a:p>
            <a:pPr marL="8255" marR="501015" algn="r">
              <a:lnSpc>
                <a:spcPct val="100000"/>
              </a:lnSpc>
              <a:spcBef>
                <a:spcPts val="100"/>
              </a:spcBef>
            </a:pPr>
            <a:r>
              <a:rPr dirty="0"/>
              <a:t>LEFT</a:t>
            </a:r>
            <a:r>
              <a:rPr spc="-25" dirty="0"/>
              <a:t> </a:t>
            </a:r>
            <a:r>
              <a:rPr spc="-10" dirty="0"/>
              <a:t>JOINS</a:t>
            </a:r>
          </a:p>
        </p:txBody>
      </p:sp>
      <p:pic>
        <p:nvPicPr>
          <p:cNvPr id="3" name="object 3"/>
          <p:cNvPicPr/>
          <p:nvPr/>
        </p:nvPicPr>
        <p:blipFill>
          <a:blip r:embed="rId2" cstate="print"/>
          <a:stretch>
            <a:fillRect/>
          </a:stretch>
        </p:blipFill>
        <p:spPr>
          <a:xfrm>
            <a:off x="927098" y="3091168"/>
            <a:ext cx="3359168" cy="2724119"/>
          </a:xfrm>
          <a:prstGeom prst="rect">
            <a:avLst/>
          </a:prstGeom>
        </p:spPr>
      </p:pic>
      <p:sp>
        <p:nvSpPr>
          <p:cNvPr id="4" name="object 4"/>
          <p:cNvSpPr txBox="1"/>
          <p:nvPr/>
        </p:nvSpPr>
        <p:spPr>
          <a:xfrm>
            <a:off x="443228" y="1758060"/>
            <a:ext cx="8207375" cy="3290644"/>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a:cs typeface="Arial"/>
              </a:rPr>
              <a:t>b.</a:t>
            </a:r>
            <a:r>
              <a:rPr sz="1800" b="1" spc="-30" dirty="0">
                <a:latin typeface="Arial"/>
                <a:cs typeface="Arial"/>
              </a:rPr>
              <a:t> </a:t>
            </a:r>
            <a:r>
              <a:rPr sz="1800" b="1" dirty="0">
                <a:latin typeface="Arial"/>
                <a:cs typeface="Arial"/>
              </a:rPr>
              <a:t>Left</a:t>
            </a:r>
            <a:r>
              <a:rPr sz="1800" b="1" spc="-30" dirty="0">
                <a:latin typeface="Arial"/>
                <a:cs typeface="Arial"/>
              </a:rPr>
              <a:t> </a:t>
            </a:r>
            <a:r>
              <a:rPr sz="1800" b="1" spc="-20" dirty="0">
                <a:latin typeface="Arial"/>
                <a:cs typeface="Arial"/>
              </a:rPr>
              <a:t>Join</a:t>
            </a:r>
            <a:endParaRPr sz="1800" dirty="0">
              <a:latin typeface="Arial"/>
              <a:cs typeface="Arial"/>
            </a:endParaRPr>
          </a:p>
          <a:p>
            <a:pPr>
              <a:lnSpc>
                <a:spcPct val="100000"/>
              </a:lnSpc>
              <a:spcBef>
                <a:spcPts val="1455"/>
              </a:spcBef>
            </a:pPr>
            <a:endParaRPr sz="1800" dirty="0">
              <a:latin typeface="Arial"/>
              <a:cs typeface="Arial"/>
            </a:endParaRPr>
          </a:p>
          <a:p>
            <a:pPr marL="288925" marR="535305">
              <a:lnSpc>
                <a:spcPct val="100000"/>
              </a:lnSpc>
            </a:pPr>
            <a:r>
              <a:rPr sz="1800" b="1" dirty="0">
                <a:latin typeface="Arial"/>
                <a:cs typeface="Arial"/>
              </a:rPr>
              <a:t>Left</a:t>
            </a:r>
            <a:r>
              <a:rPr sz="1800" b="1" spc="-30" dirty="0">
                <a:latin typeface="Arial"/>
                <a:cs typeface="Arial"/>
              </a:rPr>
              <a:t> </a:t>
            </a:r>
            <a:r>
              <a:rPr sz="1800" b="1" dirty="0">
                <a:latin typeface="Arial"/>
                <a:cs typeface="Arial"/>
              </a:rPr>
              <a:t>outer</a:t>
            </a:r>
            <a:r>
              <a:rPr sz="1800" b="1" spc="-30" dirty="0">
                <a:latin typeface="Arial"/>
                <a:cs typeface="Arial"/>
              </a:rPr>
              <a:t> </a:t>
            </a:r>
            <a:r>
              <a:rPr sz="1800" b="1" dirty="0">
                <a:latin typeface="Arial"/>
                <a:cs typeface="Arial"/>
              </a:rPr>
              <a:t>join</a:t>
            </a:r>
            <a:r>
              <a:rPr sz="1800" b="1" spc="-25" dirty="0">
                <a:latin typeface="Arial"/>
                <a:cs typeface="Arial"/>
              </a:rPr>
              <a:t> </a:t>
            </a:r>
            <a:r>
              <a:rPr sz="1800" b="1" dirty="0">
                <a:latin typeface="Arial"/>
                <a:cs typeface="Arial"/>
              </a:rPr>
              <a:t>returns</a:t>
            </a:r>
            <a:r>
              <a:rPr sz="1800" b="1" spc="-30" dirty="0">
                <a:latin typeface="Arial"/>
                <a:cs typeface="Arial"/>
              </a:rPr>
              <a:t> </a:t>
            </a:r>
            <a:r>
              <a:rPr sz="1800" b="1" dirty="0">
                <a:latin typeface="Arial"/>
                <a:cs typeface="Arial"/>
              </a:rPr>
              <a:t>all</a:t>
            </a:r>
            <a:r>
              <a:rPr sz="1800" b="1" spc="-30" dirty="0">
                <a:latin typeface="Arial"/>
                <a:cs typeface="Arial"/>
              </a:rPr>
              <a:t> </a:t>
            </a:r>
            <a:r>
              <a:rPr sz="1800" b="1" dirty="0">
                <a:latin typeface="Arial"/>
                <a:cs typeface="Arial"/>
              </a:rPr>
              <a:t>records/rows</a:t>
            </a:r>
            <a:r>
              <a:rPr sz="1800" b="1" spc="-25" dirty="0">
                <a:latin typeface="Arial"/>
                <a:cs typeface="Arial"/>
              </a:rPr>
              <a:t> </a:t>
            </a:r>
            <a:r>
              <a:rPr sz="1800" b="1" dirty="0">
                <a:latin typeface="Arial"/>
                <a:cs typeface="Arial"/>
              </a:rPr>
              <a:t>from</a:t>
            </a:r>
            <a:r>
              <a:rPr sz="1800" b="1" spc="-30" dirty="0">
                <a:latin typeface="Arial"/>
                <a:cs typeface="Arial"/>
              </a:rPr>
              <a:t> </a:t>
            </a:r>
            <a:r>
              <a:rPr sz="1800" b="1" dirty="0">
                <a:latin typeface="Arial"/>
                <a:cs typeface="Arial"/>
              </a:rPr>
              <a:t>left</a:t>
            </a:r>
            <a:r>
              <a:rPr sz="1800" b="1" spc="-30" dirty="0">
                <a:latin typeface="Arial"/>
                <a:cs typeface="Arial"/>
              </a:rPr>
              <a:t> </a:t>
            </a:r>
            <a:r>
              <a:rPr sz="1800" b="1" dirty="0">
                <a:latin typeface="Arial"/>
                <a:cs typeface="Arial"/>
              </a:rPr>
              <a:t>table</a:t>
            </a:r>
            <a:r>
              <a:rPr sz="1800" b="1" spc="-25" dirty="0">
                <a:latin typeface="Arial"/>
                <a:cs typeface="Arial"/>
              </a:rPr>
              <a:t> </a:t>
            </a:r>
            <a:r>
              <a:rPr sz="1800" b="1" dirty="0">
                <a:latin typeface="Arial"/>
                <a:cs typeface="Arial"/>
              </a:rPr>
              <a:t>and</a:t>
            </a:r>
            <a:r>
              <a:rPr sz="1800" b="1" spc="-30" dirty="0">
                <a:latin typeface="Arial"/>
                <a:cs typeface="Arial"/>
              </a:rPr>
              <a:t> </a:t>
            </a:r>
            <a:r>
              <a:rPr sz="1800" b="1" dirty="0">
                <a:latin typeface="Arial"/>
                <a:cs typeface="Arial"/>
              </a:rPr>
              <a:t>from</a:t>
            </a:r>
            <a:r>
              <a:rPr sz="1800" b="1" spc="-25" dirty="0">
                <a:latin typeface="Arial"/>
                <a:cs typeface="Arial"/>
              </a:rPr>
              <a:t> </a:t>
            </a:r>
            <a:r>
              <a:rPr sz="1800" b="1" spc="-10" dirty="0">
                <a:latin typeface="Arial"/>
                <a:cs typeface="Arial"/>
              </a:rPr>
              <a:t>right </a:t>
            </a:r>
            <a:r>
              <a:rPr sz="1800" b="1" dirty="0">
                <a:latin typeface="Arial"/>
                <a:cs typeface="Arial"/>
              </a:rPr>
              <a:t>table</a:t>
            </a:r>
            <a:r>
              <a:rPr sz="1800" b="1" spc="-40" dirty="0">
                <a:latin typeface="Arial"/>
                <a:cs typeface="Arial"/>
              </a:rPr>
              <a:t> </a:t>
            </a:r>
            <a:r>
              <a:rPr sz="1800" b="1" dirty="0">
                <a:latin typeface="Arial"/>
                <a:cs typeface="Arial"/>
              </a:rPr>
              <a:t>returns</a:t>
            </a:r>
            <a:r>
              <a:rPr sz="1800" b="1" spc="-30" dirty="0">
                <a:latin typeface="Arial"/>
                <a:cs typeface="Arial"/>
              </a:rPr>
              <a:t> </a:t>
            </a:r>
            <a:r>
              <a:rPr sz="1800" b="1" dirty="0">
                <a:latin typeface="Arial"/>
                <a:cs typeface="Arial"/>
              </a:rPr>
              <a:t>only</a:t>
            </a:r>
            <a:r>
              <a:rPr sz="1800" b="1" spc="-30" dirty="0">
                <a:latin typeface="Arial"/>
                <a:cs typeface="Arial"/>
              </a:rPr>
              <a:t> </a:t>
            </a:r>
            <a:r>
              <a:rPr sz="1800" b="1" dirty="0">
                <a:latin typeface="Arial"/>
                <a:cs typeface="Arial"/>
              </a:rPr>
              <a:t>matched</a:t>
            </a:r>
            <a:r>
              <a:rPr sz="1800" b="1" spc="-25" dirty="0">
                <a:latin typeface="Arial"/>
                <a:cs typeface="Arial"/>
              </a:rPr>
              <a:t> </a:t>
            </a:r>
            <a:r>
              <a:rPr sz="1800" b="1" spc="-10" dirty="0">
                <a:latin typeface="Arial"/>
                <a:cs typeface="Arial"/>
              </a:rPr>
              <a:t>records.</a:t>
            </a:r>
            <a:endParaRPr sz="1800" dirty="0">
              <a:latin typeface="Arial"/>
              <a:cs typeface="Arial"/>
            </a:endParaRPr>
          </a:p>
          <a:p>
            <a:pPr>
              <a:lnSpc>
                <a:spcPct val="100000"/>
              </a:lnSpc>
              <a:spcBef>
                <a:spcPts val="125"/>
              </a:spcBef>
            </a:pPr>
            <a:endParaRPr sz="1800" dirty="0">
              <a:latin typeface="Arial"/>
              <a:cs typeface="Arial"/>
            </a:endParaRPr>
          </a:p>
          <a:p>
            <a:pPr marL="4504055">
              <a:lnSpc>
                <a:spcPct val="100000"/>
              </a:lnSpc>
            </a:pPr>
            <a:r>
              <a:rPr sz="1800" b="1" spc="-10" dirty="0">
                <a:latin typeface="Arial"/>
                <a:cs typeface="Arial"/>
              </a:rPr>
              <a:t>Syntax:</a:t>
            </a:r>
            <a:endParaRPr sz="1800" dirty="0">
              <a:latin typeface="Arial"/>
              <a:cs typeface="Arial"/>
            </a:endParaRPr>
          </a:p>
          <a:p>
            <a:pPr>
              <a:lnSpc>
                <a:spcPct val="100000"/>
              </a:lnSpc>
              <a:spcBef>
                <a:spcPts val="180"/>
              </a:spcBef>
            </a:pPr>
            <a:endParaRPr sz="1800" dirty="0">
              <a:latin typeface="Arial"/>
              <a:cs typeface="Arial"/>
            </a:endParaRPr>
          </a:p>
          <a:p>
            <a:pPr marL="4504055" marR="1236345">
              <a:lnSpc>
                <a:spcPct val="100000"/>
              </a:lnSpc>
            </a:pPr>
            <a:r>
              <a:rPr sz="1800" b="1" dirty="0">
                <a:latin typeface="Arial"/>
                <a:cs typeface="Arial"/>
              </a:rPr>
              <a:t>Select</a:t>
            </a:r>
            <a:r>
              <a:rPr sz="1800" b="1" spc="-25" dirty="0">
                <a:latin typeface="Arial"/>
                <a:cs typeface="Arial"/>
              </a:rPr>
              <a:t> </a:t>
            </a:r>
            <a:r>
              <a:rPr sz="1800" b="1" dirty="0">
                <a:latin typeface="Arial"/>
                <a:cs typeface="Arial"/>
              </a:rPr>
              <a:t>*</a:t>
            </a:r>
            <a:r>
              <a:rPr sz="1800" b="1" spc="-25" dirty="0">
                <a:latin typeface="Arial"/>
                <a:cs typeface="Arial"/>
              </a:rPr>
              <a:t> </a:t>
            </a:r>
            <a:r>
              <a:rPr sz="1800" b="1" dirty="0">
                <a:latin typeface="Arial"/>
                <a:cs typeface="Arial"/>
              </a:rPr>
              <a:t>from</a:t>
            </a:r>
            <a:r>
              <a:rPr sz="1800" b="1" spc="-25" dirty="0">
                <a:latin typeface="Arial"/>
                <a:cs typeface="Arial"/>
              </a:rPr>
              <a:t> </a:t>
            </a:r>
            <a:r>
              <a:rPr sz="1800" b="1" spc="-20" dirty="0">
                <a:latin typeface="Arial"/>
                <a:cs typeface="Arial"/>
              </a:rPr>
              <a:t>Table</a:t>
            </a:r>
            <a:r>
              <a:rPr sz="1800" b="1" spc="-25" dirty="0">
                <a:latin typeface="Arial"/>
                <a:cs typeface="Arial"/>
              </a:rPr>
              <a:t> </a:t>
            </a:r>
            <a:r>
              <a:rPr sz="1800" b="1" spc="-50" dirty="0">
                <a:latin typeface="Arial"/>
                <a:cs typeface="Arial"/>
              </a:rPr>
              <a:t>1 </a:t>
            </a:r>
            <a:r>
              <a:rPr sz="1800" b="1" dirty="0">
                <a:latin typeface="Arial"/>
                <a:cs typeface="Arial"/>
              </a:rPr>
              <a:t>Left</a:t>
            </a:r>
            <a:r>
              <a:rPr sz="1800" b="1" spc="-40" dirty="0">
                <a:latin typeface="Arial"/>
                <a:cs typeface="Arial"/>
              </a:rPr>
              <a:t> </a:t>
            </a:r>
            <a:r>
              <a:rPr sz="1800" b="1" dirty="0">
                <a:latin typeface="Arial"/>
                <a:cs typeface="Arial"/>
              </a:rPr>
              <a:t>Join</a:t>
            </a:r>
            <a:r>
              <a:rPr sz="1800" b="1" spc="-40" dirty="0">
                <a:latin typeface="Arial"/>
                <a:cs typeface="Arial"/>
              </a:rPr>
              <a:t> </a:t>
            </a:r>
            <a:r>
              <a:rPr sz="1800" b="1" spc="-20" dirty="0">
                <a:latin typeface="Arial"/>
                <a:cs typeface="Arial"/>
              </a:rPr>
              <a:t>Table</a:t>
            </a:r>
            <a:r>
              <a:rPr sz="1800" b="1" spc="-35" dirty="0">
                <a:latin typeface="Arial"/>
                <a:cs typeface="Arial"/>
              </a:rPr>
              <a:t> </a:t>
            </a:r>
            <a:r>
              <a:rPr sz="1800" b="1" spc="-50" dirty="0">
                <a:latin typeface="Arial"/>
                <a:cs typeface="Arial"/>
              </a:rPr>
              <a:t>2 </a:t>
            </a:r>
            <a:r>
              <a:rPr sz="1800" b="1" spc="-25" dirty="0">
                <a:latin typeface="Arial"/>
                <a:cs typeface="Arial"/>
              </a:rPr>
              <a:t>ON</a:t>
            </a:r>
            <a:endParaRPr sz="1800" dirty="0">
              <a:latin typeface="Arial"/>
              <a:cs typeface="Arial"/>
            </a:endParaRPr>
          </a:p>
          <a:p>
            <a:pPr marL="4504055" marR="5080">
              <a:lnSpc>
                <a:spcPct val="100000"/>
              </a:lnSpc>
            </a:pPr>
            <a:r>
              <a:rPr sz="1800" b="1" spc="-20" dirty="0">
                <a:latin typeface="Arial"/>
                <a:cs typeface="Arial"/>
              </a:rPr>
              <a:t>Table</a:t>
            </a:r>
            <a:r>
              <a:rPr sz="1800" b="1" spc="-75" dirty="0">
                <a:latin typeface="Arial"/>
                <a:cs typeface="Arial"/>
              </a:rPr>
              <a:t> </a:t>
            </a:r>
            <a:r>
              <a:rPr sz="1800" b="1" dirty="0">
                <a:latin typeface="Arial"/>
                <a:cs typeface="Arial"/>
              </a:rPr>
              <a:t>1.Column</a:t>
            </a:r>
            <a:r>
              <a:rPr sz="1800" b="1" spc="-70" dirty="0">
                <a:latin typeface="Arial"/>
                <a:cs typeface="Arial"/>
              </a:rPr>
              <a:t> </a:t>
            </a:r>
            <a:r>
              <a:rPr sz="1800" b="1" spc="-10" dirty="0">
                <a:latin typeface="Arial"/>
                <a:cs typeface="Arial"/>
              </a:rPr>
              <a:t>1=Table</a:t>
            </a:r>
            <a:r>
              <a:rPr sz="1800" b="1" spc="-70" dirty="0">
                <a:latin typeface="Arial"/>
                <a:cs typeface="Arial"/>
              </a:rPr>
              <a:t> </a:t>
            </a:r>
            <a:r>
              <a:rPr sz="1800" b="1" spc="-10" dirty="0">
                <a:latin typeface="Arial"/>
                <a:cs typeface="Arial"/>
              </a:rPr>
              <a:t>2.Column </a:t>
            </a:r>
            <a:r>
              <a:rPr sz="1800" b="1" spc="-50" dirty="0">
                <a:latin typeface="Arial"/>
                <a:cs typeface="Arial"/>
              </a:rPr>
              <a:t>1</a:t>
            </a:r>
            <a:endParaRPr sz="1800" dirty="0">
              <a:latin typeface="Arial"/>
              <a:cs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39748" y="1676396"/>
            <a:ext cx="7847309" cy="5155824"/>
          </a:xfrm>
          <a:prstGeom prst="rect">
            <a:avLst/>
          </a:prstGeom>
        </p:spPr>
      </p:pic>
      <p:sp>
        <p:nvSpPr>
          <p:cNvPr id="3" name="object 3"/>
          <p:cNvSpPr txBox="1">
            <a:spLocks noGrp="1"/>
          </p:cNvSpPr>
          <p:nvPr>
            <p:ph type="title"/>
          </p:nvPr>
        </p:nvSpPr>
        <p:spPr>
          <a:prstGeom prst="rect">
            <a:avLst/>
          </a:prstGeom>
        </p:spPr>
        <p:txBody>
          <a:bodyPr vert="horz" wrap="square" lIns="0" tIns="252814" rIns="0" bIns="0" rtlCol="0">
            <a:spAutoFit/>
          </a:bodyPr>
          <a:lstStyle/>
          <a:p>
            <a:pPr marL="8255" marR="732155" algn="r">
              <a:lnSpc>
                <a:spcPct val="100000"/>
              </a:lnSpc>
              <a:spcBef>
                <a:spcPts val="100"/>
              </a:spcBef>
            </a:pPr>
            <a:r>
              <a:rPr spc="-10" dirty="0"/>
              <a:t>SCENARIO</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4610" rIns="0" bIns="0" rtlCol="0">
            <a:spAutoFit/>
          </a:bodyPr>
          <a:lstStyle/>
          <a:p>
            <a:pPr marL="8255" marR="239395" algn="r">
              <a:lnSpc>
                <a:spcPct val="100000"/>
              </a:lnSpc>
              <a:spcBef>
                <a:spcPts val="430"/>
              </a:spcBef>
            </a:pPr>
            <a:r>
              <a:rPr dirty="0"/>
              <a:t>RIGHT</a:t>
            </a:r>
            <a:r>
              <a:rPr spc="-30" dirty="0"/>
              <a:t> </a:t>
            </a:r>
            <a:r>
              <a:rPr spc="-10" dirty="0"/>
              <a:t>JOINS</a:t>
            </a:r>
          </a:p>
          <a:p>
            <a:pPr marL="436245">
              <a:lnSpc>
                <a:spcPct val="100000"/>
              </a:lnSpc>
              <a:spcBef>
                <a:spcPts val="185"/>
              </a:spcBef>
            </a:pPr>
            <a:r>
              <a:rPr sz="1800" spc="-10" dirty="0"/>
              <a:t>QUARY:</a:t>
            </a:r>
            <a:endParaRPr sz="1800"/>
          </a:p>
        </p:txBody>
      </p:sp>
      <p:sp>
        <p:nvSpPr>
          <p:cNvPr id="3" name="object 3"/>
          <p:cNvSpPr txBox="1"/>
          <p:nvPr/>
        </p:nvSpPr>
        <p:spPr>
          <a:xfrm>
            <a:off x="561338" y="1676777"/>
            <a:ext cx="6626225" cy="2170430"/>
          </a:xfrm>
          <a:prstGeom prst="rect">
            <a:avLst/>
          </a:prstGeom>
        </p:spPr>
        <p:txBody>
          <a:bodyPr vert="horz" wrap="square" lIns="0" tIns="12700" rIns="0" bIns="0" rtlCol="0">
            <a:spAutoFit/>
          </a:bodyPr>
          <a:lstStyle/>
          <a:p>
            <a:pPr marL="27940" marR="5080">
              <a:lnSpc>
                <a:spcPct val="100000"/>
              </a:lnSpc>
              <a:spcBef>
                <a:spcPts val="100"/>
              </a:spcBef>
              <a:tabLst>
                <a:tab pos="913765" algn="l"/>
              </a:tabLst>
            </a:pPr>
            <a:r>
              <a:rPr sz="1800" b="1" dirty="0">
                <a:latin typeface="Arial"/>
                <a:cs typeface="Arial"/>
              </a:rPr>
              <a:t>SELECT</a:t>
            </a:r>
            <a:r>
              <a:rPr sz="1800" b="1" spc="-30" dirty="0">
                <a:latin typeface="Arial"/>
                <a:cs typeface="Arial"/>
              </a:rPr>
              <a:t> </a:t>
            </a:r>
            <a:r>
              <a:rPr sz="1800" b="1" spc="-10" dirty="0">
                <a:latin typeface="Arial"/>
                <a:cs typeface="Arial"/>
              </a:rPr>
              <a:t>company.company_id,company.company_name, company.company_city,foods.company_id,foods.item_name </a:t>
            </a:r>
            <a:r>
              <a:rPr sz="1800" b="1" spc="-20" dirty="0">
                <a:latin typeface="Arial"/>
                <a:cs typeface="Arial"/>
              </a:rPr>
              <a:t>FROM</a:t>
            </a:r>
            <a:r>
              <a:rPr sz="1800" b="1" dirty="0">
                <a:latin typeface="Arial"/>
                <a:cs typeface="Arial"/>
              </a:rPr>
              <a:t>	</a:t>
            </a:r>
            <a:r>
              <a:rPr sz="1800" b="1" spc="-10" dirty="0">
                <a:latin typeface="Arial"/>
                <a:cs typeface="Arial"/>
              </a:rPr>
              <a:t>company</a:t>
            </a:r>
            <a:endParaRPr sz="1800">
              <a:latin typeface="Arial"/>
              <a:cs typeface="Arial"/>
            </a:endParaRPr>
          </a:p>
          <a:p>
            <a:pPr marL="27940">
              <a:lnSpc>
                <a:spcPct val="100000"/>
              </a:lnSpc>
            </a:pPr>
            <a:r>
              <a:rPr sz="1800" b="1" dirty="0">
                <a:latin typeface="Arial"/>
                <a:cs typeface="Arial"/>
              </a:rPr>
              <a:t>RIGHT</a:t>
            </a:r>
            <a:r>
              <a:rPr sz="1800" b="1" spc="-60" dirty="0">
                <a:latin typeface="Arial"/>
                <a:cs typeface="Arial"/>
              </a:rPr>
              <a:t> </a:t>
            </a:r>
            <a:r>
              <a:rPr sz="1800" b="1" dirty="0">
                <a:latin typeface="Arial"/>
                <a:cs typeface="Arial"/>
              </a:rPr>
              <a:t>JOIN</a:t>
            </a:r>
            <a:r>
              <a:rPr sz="1800" b="1" spc="-50" dirty="0">
                <a:latin typeface="Arial"/>
                <a:cs typeface="Arial"/>
              </a:rPr>
              <a:t> </a:t>
            </a:r>
            <a:r>
              <a:rPr sz="1800" b="1" spc="-10" dirty="0">
                <a:latin typeface="Arial"/>
                <a:cs typeface="Arial"/>
              </a:rPr>
              <a:t>foods</a:t>
            </a:r>
            <a:endParaRPr sz="1800">
              <a:latin typeface="Arial"/>
              <a:cs typeface="Arial"/>
            </a:endParaRPr>
          </a:p>
          <a:p>
            <a:pPr marL="27940">
              <a:lnSpc>
                <a:spcPct val="100000"/>
              </a:lnSpc>
            </a:pPr>
            <a:r>
              <a:rPr sz="1800" b="1" dirty="0">
                <a:latin typeface="Arial"/>
                <a:cs typeface="Arial"/>
              </a:rPr>
              <a:t>ON</a:t>
            </a:r>
            <a:r>
              <a:rPr sz="1800" b="1" spc="-30" dirty="0">
                <a:latin typeface="Arial"/>
                <a:cs typeface="Arial"/>
              </a:rPr>
              <a:t> </a:t>
            </a:r>
            <a:r>
              <a:rPr sz="1800" b="1" spc="-10" dirty="0">
                <a:latin typeface="Arial"/>
                <a:cs typeface="Arial"/>
              </a:rPr>
              <a:t>company.company_id</a:t>
            </a:r>
            <a:r>
              <a:rPr sz="1800" b="1" spc="-20" dirty="0">
                <a:latin typeface="Arial"/>
                <a:cs typeface="Arial"/>
              </a:rPr>
              <a:t> </a:t>
            </a:r>
            <a:r>
              <a:rPr sz="1800" b="1" dirty="0">
                <a:latin typeface="Arial"/>
                <a:cs typeface="Arial"/>
              </a:rPr>
              <a:t>=</a:t>
            </a:r>
            <a:r>
              <a:rPr sz="1800" b="1" spc="-15" dirty="0">
                <a:latin typeface="Arial"/>
                <a:cs typeface="Arial"/>
              </a:rPr>
              <a:t> </a:t>
            </a:r>
            <a:r>
              <a:rPr sz="1800" b="1" spc="-10" dirty="0">
                <a:latin typeface="Arial"/>
                <a:cs typeface="Arial"/>
              </a:rPr>
              <a:t>foods.company_id;</a:t>
            </a:r>
            <a:endParaRPr sz="1800">
              <a:latin typeface="Arial"/>
              <a:cs typeface="Arial"/>
            </a:endParaRPr>
          </a:p>
          <a:p>
            <a:pPr>
              <a:lnSpc>
                <a:spcPct val="100000"/>
              </a:lnSpc>
              <a:spcBef>
                <a:spcPts val="1860"/>
              </a:spcBef>
            </a:pPr>
            <a:endParaRPr sz="1800">
              <a:latin typeface="Arial"/>
              <a:cs typeface="Arial"/>
            </a:endParaRPr>
          </a:p>
          <a:p>
            <a:pPr marL="12700">
              <a:lnSpc>
                <a:spcPct val="100000"/>
              </a:lnSpc>
            </a:pPr>
            <a:r>
              <a:rPr sz="1800" b="1" spc="-10" dirty="0">
                <a:latin typeface="Arial"/>
                <a:cs typeface="Arial"/>
              </a:rPr>
              <a:t>RESULT:</a:t>
            </a:r>
            <a:endParaRPr sz="1800">
              <a:latin typeface="Arial"/>
              <a:cs typeface="Arial"/>
            </a:endParaRPr>
          </a:p>
        </p:txBody>
      </p:sp>
      <p:sp>
        <p:nvSpPr>
          <p:cNvPr id="4" name="object 4"/>
          <p:cNvSpPr/>
          <p:nvPr/>
        </p:nvSpPr>
        <p:spPr>
          <a:xfrm>
            <a:off x="0" y="4361166"/>
            <a:ext cx="9144000" cy="2496820"/>
          </a:xfrm>
          <a:custGeom>
            <a:avLst/>
            <a:gdLst/>
            <a:ahLst/>
            <a:cxnLst/>
            <a:rect l="l" t="t" r="r" b="b"/>
            <a:pathLst>
              <a:path w="9144000" h="2496820">
                <a:moveTo>
                  <a:pt x="9143981" y="2496819"/>
                </a:moveTo>
                <a:lnTo>
                  <a:pt x="0" y="2496819"/>
                </a:lnTo>
                <a:lnTo>
                  <a:pt x="0" y="0"/>
                </a:lnTo>
                <a:lnTo>
                  <a:pt x="9143981" y="0"/>
                </a:lnTo>
                <a:lnTo>
                  <a:pt x="9143981" y="2496819"/>
                </a:lnTo>
                <a:close/>
              </a:path>
            </a:pathLst>
          </a:custGeom>
          <a:solidFill>
            <a:srgbClr val="B8D4F9"/>
          </a:solidFill>
        </p:spPr>
        <p:txBody>
          <a:bodyPr wrap="square" lIns="0" tIns="0" rIns="0" bIns="0" rtlCol="0"/>
          <a:lstStyle/>
          <a:p>
            <a:endParaRPr/>
          </a:p>
        </p:txBody>
      </p:sp>
      <p:sp>
        <p:nvSpPr>
          <p:cNvPr id="5" name="object 5"/>
          <p:cNvSpPr txBox="1"/>
          <p:nvPr/>
        </p:nvSpPr>
        <p:spPr>
          <a:xfrm>
            <a:off x="128270" y="4383900"/>
            <a:ext cx="1196975" cy="238760"/>
          </a:xfrm>
          <a:prstGeom prst="rect">
            <a:avLst/>
          </a:prstGeom>
        </p:spPr>
        <p:txBody>
          <a:bodyPr vert="horz" wrap="square" lIns="0" tIns="12700" rIns="0" bIns="0" rtlCol="0">
            <a:spAutoFit/>
          </a:bodyPr>
          <a:lstStyle/>
          <a:p>
            <a:pPr marL="12700">
              <a:lnSpc>
                <a:spcPct val="100000"/>
              </a:lnSpc>
              <a:spcBef>
                <a:spcPts val="100"/>
              </a:spcBef>
            </a:pPr>
            <a:r>
              <a:rPr sz="1400" b="1" spc="-10" dirty="0">
                <a:latin typeface="Arial"/>
                <a:cs typeface="Arial"/>
              </a:rPr>
              <a:t>COMPANY_ID</a:t>
            </a:r>
            <a:endParaRPr sz="1400">
              <a:latin typeface="Arial"/>
              <a:cs typeface="Arial"/>
            </a:endParaRPr>
          </a:p>
        </p:txBody>
      </p:sp>
      <p:sp>
        <p:nvSpPr>
          <p:cNvPr id="6" name="object 6"/>
          <p:cNvSpPr txBox="1"/>
          <p:nvPr/>
        </p:nvSpPr>
        <p:spPr>
          <a:xfrm>
            <a:off x="1967194" y="4383900"/>
            <a:ext cx="1541780" cy="238760"/>
          </a:xfrm>
          <a:prstGeom prst="rect">
            <a:avLst/>
          </a:prstGeom>
        </p:spPr>
        <p:txBody>
          <a:bodyPr vert="horz" wrap="square" lIns="0" tIns="12700" rIns="0" bIns="0" rtlCol="0">
            <a:spAutoFit/>
          </a:bodyPr>
          <a:lstStyle/>
          <a:p>
            <a:pPr marL="12700">
              <a:lnSpc>
                <a:spcPct val="100000"/>
              </a:lnSpc>
              <a:spcBef>
                <a:spcPts val="100"/>
              </a:spcBef>
            </a:pPr>
            <a:r>
              <a:rPr sz="1400" b="1" spc="-10" dirty="0">
                <a:latin typeface="Arial"/>
                <a:cs typeface="Arial"/>
              </a:rPr>
              <a:t>COMPANY_NAME</a:t>
            </a:r>
            <a:endParaRPr sz="1400">
              <a:latin typeface="Arial"/>
              <a:cs typeface="Arial"/>
            </a:endParaRPr>
          </a:p>
        </p:txBody>
      </p:sp>
      <p:sp>
        <p:nvSpPr>
          <p:cNvPr id="7" name="object 7"/>
          <p:cNvSpPr txBox="1"/>
          <p:nvPr/>
        </p:nvSpPr>
        <p:spPr>
          <a:xfrm>
            <a:off x="3798886" y="4383900"/>
            <a:ext cx="1423035" cy="238760"/>
          </a:xfrm>
          <a:prstGeom prst="rect">
            <a:avLst/>
          </a:prstGeom>
        </p:spPr>
        <p:txBody>
          <a:bodyPr vert="horz" wrap="square" lIns="0" tIns="12700" rIns="0" bIns="0" rtlCol="0">
            <a:spAutoFit/>
          </a:bodyPr>
          <a:lstStyle/>
          <a:p>
            <a:pPr marL="12700">
              <a:lnSpc>
                <a:spcPct val="100000"/>
              </a:lnSpc>
              <a:spcBef>
                <a:spcPts val="100"/>
              </a:spcBef>
            </a:pPr>
            <a:r>
              <a:rPr sz="1400" b="1" spc="-10" dirty="0">
                <a:latin typeface="Arial"/>
                <a:cs typeface="Arial"/>
              </a:rPr>
              <a:t>COMPANY_CITY</a:t>
            </a:r>
            <a:endParaRPr sz="1400">
              <a:latin typeface="Arial"/>
              <a:cs typeface="Arial"/>
            </a:endParaRPr>
          </a:p>
        </p:txBody>
      </p:sp>
      <p:sp>
        <p:nvSpPr>
          <p:cNvPr id="8" name="object 8"/>
          <p:cNvSpPr txBox="1"/>
          <p:nvPr/>
        </p:nvSpPr>
        <p:spPr>
          <a:xfrm>
            <a:off x="5815315" y="4383900"/>
            <a:ext cx="2291715" cy="238760"/>
          </a:xfrm>
          <a:prstGeom prst="rect">
            <a:avLst/>
          </a:prstGeom>
        </p:spPr>
        <p:txBody>
          <a:bodyPr vert="horz" wrap="square" lIns="0" tIns="12700" rIns="0" bIns="0" rtlCol="0">
            <a:spAutoFit/>
          </a:bodyPr>
          <a:lstStyle/>
          <a:p>
            <a:pPr marL="12700">
              <a:lnSpc>
                <a:spcPct val="100000"/>
              </a:lnSpc>
              <a:spcBef>
                <a:spcPts val="100"/>
              </a:spcBef>
            </a:pPr>
            <a:r>
              <a:rPr sz="1400" b="1" spc="-20" dirty="0">
                <a:latin typeface="Arial"/>
                <a:cs typeface="Arial"/>
              </a:rPr>
              <a:t>COMPANY_ID</a:t>
            </a:r>
            <a:r>
              <a:rPr sz="1400" b="1" spc="-15" dirty="0">
                <a:latin typeface="Arial"/>
                <a:cs typeface="Arial"/>
              </a:rPr>
              <a:t> </a:t>
            </a:r>
            <a:r>
              <a:rPr sz="1400" b="1" spc="-10" dirty="0">
                <a:latin typeface="Arial"/>
                <a:cs typeface="Arial"/>
              </a:rPr>
              <a:t>ITEM_NAME</a:t>
            </a:r>
            <a:endParaRPr sz="1400">
              <a:latin typeface="Arial"/>
              <a:cs typeface="Arial"/>
            </a:endParaRPr>
          </a:p>
        </p:txBody>
      </p:sp>
      <p:graphicFrame>
        <p:nvGraphicFramePr>
          <p:cNvPr id="9" name="object 9"/>
          <p:cNvGraphicFramePr>
            <a:graphicFrameLocks noGrp="1"/>
          </p:cNvGraphicFramePr>
          <p:nvPr/>
        </p:nvGraphicFramePr>
        <p:xfrm>
          <a:off x="277189" y="4789640"/>
          <a:ext cx="8376919" cy="2030095"/>
        </p:xfrm>
        <a:graphic>
          <a:graphicData uri="http://schemas.openxmlformats.org/drawingml/2006/table">
            <a:tbl>
              <a:tblPr firstRow="1" bandRow="1">
                <a:tableStyleId>{2D5ABB26-0587-4C30-8999-92F81FD0307C}</a:tableStyleId>
              </a:tblPr>
              <a:tblGrid>
                <a:gridCol w="770890">
                  <a:extLst>
                    <a:ext uri="{9D8B030D-6E8A-4147-A177-3AD203B41FA5}">
                      <a16:colId xmlns:a16="http://schemas.microsoft.com/office/drawing/2014/main" val="20000"/>
                    </a:ext>
                  </a:extLst>
                </a:gridCol>
                <a:gridCol w="691515">
                  <a:extLst>
                    <a:ext uri="{9D8B030D-6E8A-4147-A177-3AD203B41FA5}">
                      <a16:colId xmlns:a16="http://schemas.microsoft.com/office/drawing/2014/main" val="20001"/>
                    </a:ext>
                  </a:extLst>
                </a:gridCol>
                <a:gridCol w="1912620">
                  <a:extLst>
                    <a:ext uri="{9D8B030D-6E8A-4147-A177-3AD203B41FA5}">
                      <a16:colId xmlns:a16="http://schemas.microsoft.com/office/drawing/2014/main" val="20002"/>
                    </a:ext>
                  </a:extLst>
                </a:gridCol>
                <a:gridCol w="118110">
                  <a:extLst>
                    <a:ext uri="{9D8B030D-6E8A-4147-A177-3AD203B41FA5}">
                      <a16:colId xmlns:a16="http://schemas.microsoft.com/office/drawing/2014/main" val="20003"/>
                    </a:ext>
                  </a:extLst>
                </a:gridCol>
                <a:gridCol w="1912619">
                  <a:extLst>
                    <a:ext uri="{9D8B030D-6E8A-4147-A177-3AD203B41FA5}">
                      <a16:colId xmlns:a16="http://schemas.microsoft.com/office/drawing/2014/main" val="20004"/>
                    </a:ext>
                  </a:extLst>
                </a:gridCol>
                <a:gridCol w="372745">
                  <a:extLst>
                    <a:ext uri="{9D8B030D-6E8A-4147-A177-3AD203B41FA5}">
                      <a16:colId xmlns:a16="http://schemas.microsoft.com/office/drawing/2014/main" val="20005"/>
                    </a:ext>
                  </a:extLst>
                </a:gridCol>
                <a:gridCol w="770890">
                  <a:extLst>
                    <a:ext uri="{9D8B030D-6E8A-4147-A177-3AD203B41FA5}">
                      <a16:colId xmlns:a16="http://schemas.microsoft.com/office/drawing/2014/main" val="20006"/>
                    </a:ext>
                  </a:extLst>
                </a:gridCol>
                <a:gridCol w="310515">
                  <a:extLst>
                    <a:ext uri="{9D8B030D-6E8A-4147-A177-3AD203B41FA5}">
                      <a16:colId xmlns:a16="http://schemas.microsoft.com/office/drawing/2014/main" val="20007"/>
                    </a:ext>
                  </a:extLst>
                </a:gridCol>
                <a:gridCol w="1517015">
                  <a:extLst>
                    <a:ext uri="{9D8B030D-6E8A-4147-A177-3AD203B41FA5}">
                      <a16:colId xmlns:a16="http://schemas.microsoft.com/office/drawing/2014/main" val="20008"/>
                    </a:ext>
                  </a:extLst>
                </a:gridCol>
              </a:tblGrid>
              <a:tr h="387985">
                <a:tc>
                  <a:txBody>
                    <a:bodyPr/>
                    <a:lstStyle/>
                    <a:p>
                      <a:pPr marL="132080">
                        <a:lnSpc>
                          <a:spcPct val="100000"/>
                        </a:lnSpc>
                        <a:spcBef>
                          <a:spcPts val="750"/>
                        </a:spcBef>
                      </a:pPr>
                      <a:r>
                        <a:rPr sz="1800" spc="-25" dirty="0">
                          <a:latin typeface="Arial"/>
                          <a:cs typeface="Arial"/>
                        </a:rPr>
                        <a:t>18</a:t>
                      </a:r>
                      <a:endParaRPr sz="1800">
                        <a:latin typeface="Arial"/>
                        <a:cs typeface="Arial"/>
                      </a:endParaRPr>
                    </a:p>
                  </a:txBody>
                  <a:tcPr marL="0" marR="0" marT="95250" marB="0">
                    <a:lnT w="28575">
                      <a:solidFill>
                        <a:srgbClr val="000000"/>
                      </a:solidFill>
                      <a:prstDash val="solid"/>
                    </a:lnT>
                    <a:solidFill>
                      <a:srgbClr val="B8D4F9"/>
                    </a:solidFill>
                  </a:tcPr>
                </a:tc>
                <a:tc>
                  <a:txBody>
                    <a:bodyPr/>
                    <a:lstStyle/>
                    <a:p>
                      <a:pPr>
                        <a:lnSpc>
                          <a:spcPct val="100000"/>
                        </a:lnSpc>
                      </a:pPr>
                      <a:endParaRPr sz="1700">
                        <a:latin typeface="Times New Roman"/>
                        <a:cs typeface="Times New Roman"/>
                      </a:endParaRPr>
                    </a:p>
                  </a:txBody>
                  <a:tcPr marL="0" marR="0" marT="0" marB="0">
                    <a:solidFill>
                      <a:srgbClr val="B8D4F9"/>
                    </a:solidFill>
                  </a:tcPr>
                </a:tc>
                <a:tc>
                  <a:txBody>
                    <a:bodyPr/>
                    <a:lstStyle/>
                    <a:p>
                      <a:pPr marL="581660">
                        <a:lnSpc>
                          <a:spcPct val="100000"/>
                        </a:lnSpc>
                        <a:spcBef>
                          <a:spcPts val="750"/>
                        </a:spcBef>
                      </a:pPr>
                      <a:r>
                        <a:rPr sz="1800" dirty="0">
                          <a:latin typeface="Arial"/>
                          <a:cs typeface="Arial"/>
                        </a:rPr>
                        <a:t>Order</a:t>
                      </a:r>
                      <a:r>
                        <a:rPr sz="1800" spc="-105" dirty="0">
                          <a:latin typeface="Arial"/>
                          <a:cs typeface="Arial"/>
                        </a:rPr>
                        <a:t> </a:t>
                      </a:r>
                      <a:r>
                        <a:rPr sz="1800" spc="-25" dirty="0">
                          <a:latin typeface="Arial"/>
                          <a:cs typeface="Arial"/>
                        </a:rPr>
                        <a:t>All</a:t>
                      </a:r>
                      <a:endParaRPr sz="1800">
                        <a:latin typeface="Arial"/>
                        <a:cs typeface="Arial"/>
                      </a:endParaRPr>
                    </a:p>
                  </a:txBody>
                  <a:tcPr marL="0" marR="0" marT="95250" marB="0">
                    <a:lnT w="28575">
                      <a:solidFill>
                        <a:srgbClr val="000000"/>
                      </a:solidFill>
                      <a:prstDash val="solid"/>
                    </a:lnT>
                    <a:solidFill>
                      <a:srgbClr val="B8D4F9"/>
                    </a:solidFill>
                  </a:tcPr>
                </a:tc>
                <a:tc>
                  <a:txBody>
                    <a:bodyPr/>
                    <a:lstStyle/>
                    <a:p>
                      <a:pPr>
                        <a:lnSpc>
                          <a:spcPct val="100000"/>
                        </a:lnSpc>
                      </a:pPr>
                      <a:endParaRPr sz="1700">
                        <a:latin typeface="Times New Roman"/>
                        <a:cs typeface="Times New Roman"/>
                      </a:endParaRPr>
                    </a:p>
                  </a:txBody>
                  <a:tcPr marL="0" marR="0" marT="0" marB="0">
                    <a:solidFill>
                      <a:srgbClr val="B8D4F9"/>
                    </a:solidFill>
                  </a:tcPr>
                </a:tc>
                <a:tc>
                  <a:txBody>
                    <a:bodyPr/>
                    <a:lstStyle/>
                    <a:p>
                      <a:pPr marR="659765" algn="r">
                        <a:lnSpc>
                          <a:spcPct val="100000"/>
                        </a:lnSpc>
                        <a:spcBef>
                          <a:spcPts val="750"/>
                        </a:spcBef>
                      </a:pPr>
                      <a:r>
                        <a:rPr sz="1800" spc="-10" dirty="0">
                          <a:latin typeface="Arial"/>
                          <a:cs typeface="Arial"/>
                        </a:rPr>
                        <a:t>Boston</a:t>
                      </a:r>
                      <a:endParaRPr sz="1800">
                        <a:latin typeface="Arial"/>
                        <a:cs typeface="Arial"/>
                      </a:endParaRPr>
                    </a:p>
                  </a:txBody>
                  <a:tcPr marL="0" marR="0" marT="95250" marB="0">
                    <a:lnT w="28575">
                      <a:solidFill>
                        <a:srgbClr val="000000"/>
                      </a:solidFill>
                      <a:prstDash val="solid"/>
                    </a:lnT>
                    <a:solidFill>
                      <a:srgbClr val="B8D4F9"/>
                    </a:solidFill>
                  </a:tcPr>
                </a:tc>
                <a:tc>
                  <a:txBody>
                    <a:bodyPr/>
                    <a:lstStyle/>
                    <a:p>
                      <a:pPr>
                        <a:lnSpc>
                          <a:spcPct val="100000"/>
                        </a:lnSpc>
                      </a:pPr>
                      <a:endParaRPr sz="1700">
                        <a:latin typeface="Times New Roman"/>
                        <a:cs typeface="Times New Roman"/>
                      </a:endParaRPr>
                    </a:p>
                  </a:txBody>
                  <a:tcPr marL="0" marR="0" marT="0" marB="0">
                    <a:solidFill>
                      <a:srgbClr val="B8D4F9"/>
                    </a:solidFill>
                  </a:tcPr>
                </a:tc>
                <a:tc>
                  <a:txBody>
                    <a:bodyPr/>
                    <a:lstStyle/>
                    <a:p>
                      <a:pPr marL="168275">
                        <a:lnSpc>
                          <a:spcPct val="100000"/>
                        </a:lnSpc>
                        <a:spcBef>
                          <a:spcPts val="750"/>
                        </a:spcBef>
                      </a:pPr>
                      <a:r>
                        <a:rPr sz="1800" spc="-25" dirty="0">
                          <a:latin typeface="Arial"/>
                          <a:cs typeface="Arial"/>
                        </a:rPr>
                        <a:t>18</a:t>
                      </a:r>
                      <a:endParaRPr sz="1800">
                        <a:latin typeface="Arial"/>
                        <a:cs typeface="Arial"/>
                      </a:endParaRPr>
                    </a:p>
                  </a:txBody>
                  <a:tcPr marL="0" marR="0" marT="95250" marB="0">
                    <a:lnT w="28575">
                      <a:solidFill>
                        <a:srgbClr val="000000"/>
                      </a:solidFill>
                      <a:prstDash val="solid"/>
                    </a:lnT>
                    <a:solidFill>
                      <a:srgbClr val="B8D4F9"/>
                    </a:solidFill>
                  </a:tcPr>
                </a:tc>
                <a:tc>
                  <a:txBody>
                    <a:bodyPr/>
                    <a:lstStyle/>
                    <a:p>
                      <a:pPr>
                        <a:lnSpc>
                          <a:spcPct val="100000"/>
                        </a:lnSpc>
                      </a:pPr>
                      <a:endParaRPr sz="1700">
                        <a:latin typeface="Times New Roman"/>
                        <a:cs typeface="Times New Roman"/>
                      </a:endParaRPr>
                    </a:p>
                  </a:txBody>
                  <a:tcPr marL="0" marR="0" marT="0" marB="0">
                    <a:solidFill>
                      <a:srgbClr val="B8D4F9"/>
                    </a:solidFill>
                  </a:tcPr>
                </a:tc>
                <a:tc>
                  <a:txBody>
                    <a:bodyPr/>
                    <a:lstStyle/>
                    <a:p>
                      <a:pPr marL="42545">
                        <a:lnSpc>
                          <a:spcPct val="100000"/>
                        </a:lnSpc>
                        <a:spcBef>
                          <a:spcPts val="750"/>
                        </a:spcBef>
                      </a:pPr>
                      <a:r>
                        <a:rPr sz="1800" dirty="0">
                          <a:latin typeface="Arial"/>
                          <a:cs typeface="Arial"/>
                        </a:rPr>
                        <a:t>Jaffa</a:t>
                      </a:r>
                      <a:r>
                        <a:rPr sz="1800" spc="-55" dirty="0">
                          <a:latin typeface="Arial"/>
                          <a:cs typeface="Arial"/>
                        </a:rPr>
                        <a:t> </a:t>
                      </a:r>
                      <a:r>
                        <a:rPr sz="1800" spc="-10" dirty="0">
                          <a:latin typeface="Arial"/>
                          <a:cs typeface="Arial"/>
                        </a:rPr>
                        <a:t>Cakes</a:t>
                      </a:r>
                      <a:endParaRPr sz="1800">
                        <a:latin typeface="Arial"/>
                        <a:cs typeface="Arial"/>
                      </a:endParaRPr>
                    </a:p>
                  </a:txBody>
                  <a:tcPr marL="0" marR="0" marT="95250" marB="0">
                    <a:lnT w="28575">
                      <a:solidFill>
                        <a:srgbClr val="000000"/>
                      </a:solidFill>
                      <a:prstDash val="solid"/>
                    </a:lnT>
                    <a:solidFill>
                      <a:srgbClr val="B8D4F9"/>
                    </a:solidFill>
                  </a:tcPr>
                </a:tc>
                <a:extLst>
                  <a:ext uri="{0D108BD9-81ED-4DB2-BD59-A6C34878D82A}">
                    <a16:rowId xmlns:a16="http://schemas.microsoft.com/office/drawing/2014/main" val="10000"/>
                  </a:ext>
                </a:extLst>
              </a:tr>
              <a:tr h="280035">
                <a:tc>
                  <a:txBody>
                    <a:bodyPr/>
                    <a:lstStyle/>
                    <a:p>
                      <a:pPr marL="132080">
                        <a:lnSpc>
                          <a:spcPts val="2110"/>
                        </a:lnSpc>
                      </a:pPr>
                      <a:r>
                        <a:rPr sz="1800" spc="-25" dirty="0">
                          <a:latin typeface="Arial"/>
                          <a:cs typeface="Arial"/>
                        </a:rPr>
                        <a:t>15</a:t>
                      </a:r>
                      <a:endParaRPr sz="1800">
                        <a:latin typeface="Arial"/>
                        <a:cs typeface="Arial"/>
                      </a:endParaRPr>
                    </a:p>
                  </a:txBody>
                  <a:tcPr marL="0" marR="0" marT="0" marB="0">
                    <a:solidFill>
                      <a:srgbClr val="B8D4F9"/>
                    </a:solidFill>
                  </a:tcPr>
                </a:tc>
                <a:tc>
                  <a:txBody>
                    <a:bodyPr/>
                    <a:lstStyle/>
                    <a:p>
                      <a:pPr>
                        <a:lnSpc>
                          <a:spcPct val="100000"/>
                        </a:lnSpc>
                      </a:pPr>
                      <a:endParaRPr sz="1700">
                        <a:latin typeface="Times New Roman"/>
                        <a:cs typeface="Times New Roman"/>
                      </a:endParaRPr>
                    </a:p>
                  </a:txBody>
                  <a:tcPr marL="0" marR="0" marT="0" marB="0">
                    <a:solidFill>
                      <a:srgbClr val="B8D4F9"/>
                    </a:solidFill>
                  </a:tcPr>
                </a:tc>
                <a:tc>
                  <a:txBody>
                    <a:bodyPr/>
                    <a:lstStyle/>
                    <a:p>
                      <a:pPr marL="454025">
                        <a:lnSpc>
                          <a:spcPts val="2110"/>
                        </a:lnSpc>
                      </a:pPr>
                      <a:r>
                        <a:rPr sz="1800" dirty="0">
                          <a:latin typeface="Arial"/>
                          <a:cs typeface="Arial"/>
                        </a:rPr>
                        <a:t>Jack</a:t>
                      </a:r>
                      <a:r>
                        <a:rPr sz="1800" spc="-25" dirty="0">
                          <a:latin typeface="Arial"/>
                          <a:cs typeface="Arial"/>
                        </a:rPr>
                        <a:t> </a:t>
                      </a:r>
                      <a:r>
                        <a:rPr sz="1800" dirty="0">
                          <a:latin typeface="Arial"/>
                          <a:cs typeface="Arial"/>
                        </a:rPr>
                        <a:t>Hill</a:t>
                      </a:r>
                      <a:r>
                        <a:rPr sz="1800" spc="-25" dirty="0">
                          <a:latin typeface="Arial"/>
                          <a:cs typeface="Arial"/>
                        </a:rPr>
                        <a:t> Ltd</a:t>
                      </a:r>
                      <a:endParaRPr sz="1800">
                        <a:latin typeface="Arial"/>
                        <a:cs typeface="Arial"/>
                      </a:endParaRPr>
                    </a:p>
                  </a:txBody>
                  <a:tcPr marL="0" marR="0" marT="0" marB="0">
                    <a:solidFill>
                      <a:srgbClr val="B8D4F9"/>
                    </a:solidFill>
                  </a:tcPr>
                </a:tc>
                <a:tc>
                  <a:txBody>
                    <a:bodyPr/>
                    <a:lstStyle/>
                    <a:p>
                      <a:pPr>
                        <a:lnSpc>
                          <a:spcPct val="100000"/>
                        </a:lnSpc>
                      </a:pPr>
                      <a:endParaRPr sz="1700">
                        <a:latin typeface="Times New Roman"/>
                        <a:cs typeface="Times New Roman"/>
                      </a:endParaRPr>
                    </a:p>
                  </a:txBody>
                  <a:tcPr marL="0" marR="0" marT="0" marB="0">
                    <a:solidFill>
                      <a:srgbClr val="B8D4F9"/>
                    </a:solidFill>
                  </a:tcPr>
                </a:tc>
                <a:tc>
                  <a:txBody>
                    <a:bodyPr/>
                    <a:lstStyle/>
                    <a:p>
                      <a:pPr marR="661035" algn="r">
                        <a:lnSpc>
                          <a:spcPts val="2110"/>
                        </a:lnSpc>
                      </a:pPr>
                      <a:r>
                        <a:rPr sz="1800" spc="-10" dirty="0">
                          <a:latin typeface="Arial"/>
                          <a:cs typeface="Arial"/>
                        </a:rPr>
                        <a:t>London</a:t>
                      </a:r>
                      <a:endParaRPr sz="1800">
                        <a:latin typeface="Arial"/>
                        <a:cs typeface="Arial"/>
                      </a:endParaRPr>
                    </a:p>
                  </a:txBody>
                  <a:tcPr marL="0" marR="0" marT="0" marB="0">
                    <a:solidFill>
                      <a:srgbClr val="B8D4F9"/>
                    </a:solidFill>
                  </a:tcPr>
                </a:tc>
                <a:tc>
                  <a:txBody>
                    <a:bodyPr/>
                    <a:lstStyle/>
                    <a:p>
                      <a:pPr>
                        <a:lnSpc>
                          <a:spcPct val="100000"/>
                        </a:lnSpc>
                      </a:pPr>
                      <a:endParaRPr sz="1700">
                        <a:latin typeface="Times New Roman"/>
                        <a:cs typeface="Times New Roman"/>
                      </a:endParaRPr>
                    </a:p>
                  </a:txBody>
                  <a:tcPr marL="0" marR="0" marT="0" marB="0">
                    <a:solidFill>
                      <a:srgbClr val="B8D4F9"/>
                    </a:solidFill>
                  </a:tcPr>
                </a:tc>
                <a:tc>
                  <a:txBody>
                    <a:bodyPr/>
                    <a:lstStyle/>
                    <a:p>
                      <a:pPr marL="166370">
                        <a:lnSpc>
                          <a:spcPts val="2110"/>
                        </a:lnSpc>
                      </a:pPr>
                      <a:r>
                        <a:rPr sz="1800" spc="-25" dirty="0">
                          <a:latin typeface="Arial"/>
                          <a:cs typeface="Arial"/>
                        </a:rPr>
                        <a:t>15</a:t>
                      </a:r>
                      <a:endParaRPr sz="1800">
                        <a:latin typeface="Arial"/>
                        <a:cs typeface="Arial"/>
                      </a:endParaRPr>
                    </a:p>
                  </a:txBody>
                  <a:tcPr marL="0" marR="0" marT="0" marB="0">
                    <a:solidFill>
                      <a:srgbClr val="B8D4F9"/>
                    </a:solidFill>
                  </a:tcPr>
                </a:tc>
                <a:tc>
                  <a:txBody>
                    <a:bodyPr/>
                    <a:lstStyle/>
                    <a:p>
                      <a:pPr>
                        <a:lnSpc>
                          <a:spcPct val="100000"/>
                        </a:lnSpc>
                      </a:pPr>
                      <a:endParaRPr sz="1700">
                        <a:latin typeface="Times New Roman"/>
                        <a:cs typeface="Times New Roman"/>
                      </a:endParaRPr>
                    </a:p>
                  </a:txBody>
                  <a:tcPr marL="0" marR="0" marT="0" marB="0">
                    <a:solidFill>
                      <a:srgbClr val="B8D4F9"/>
                    </a:solidFill>
                  </a:tcPr>
                </a:tc>
                <a:tc>
                  <a:txBody>
                    <a:bodyPr/>
                    <a:lstStyle/>
                    <a:p>
                      <a:pPr marL="40005">
                        <a:lnSpc>
                          <a:spcPts val="2110"/>
                        </a:lnSpc>
                      </a:pPr>
                      <a:r>
                        <a:rPr sz="1800" dirty="0">
                          <a:latin typeface="Arial"/>
                          <a:cs typeface="Arial"/>
                        </a:rPr>
                        <a:t>Pot</a:t>
                      </a:r>
                      <a:r>
                        <a:rPr sz="1800" spc="-25" dirty="0">
                          <a:latin typeface="Arial"/>
                          <a:cs typeface="Arial"/>
                        </a:rPr>
                        <a:t> </a:t>
                      </a:r>
                      <a:r>
                        <a:rPr sz="1800" spc="-20" dirty="0">
                          <a:latin typeface="Arial"/>
                          <a:cs typeface="Arial"/>
                        </a:rPr>
                        <a:t>Rice</a:t>
                      </a:r>
                      <a:endParaRPr sz="1800">
                        <a:latin typeface="Arial"/>
                        <a:cs typeface="Arial"/>
                      </a:endParaRPr>
                    </a:p>
                  </a:txBody>
                  <a:tcPr marL="0" marR="0" marT="0" marB="0">
                    <a:solidFill>
                      <a:srgbClr val="B8D4F9"/>
                    </a:solidFill>
                  </a:tcPr>
                </a:tc>
                <a:extLst>
                  <a:ext uri="{0D108BD9-81ED-4DB2-BD59-A6C34878D82A}">
                    <a16:rowId xmlns:a16="http://schemas.microsoft.com/office/drawing/2014/main" val="10001"/>
                  </a:ext>
                </a:extLst>
              </a:tr>
              <a:tr h="274320">
                <a:tc>
                  <a:txBody>
                    <a:bodyPr/>
                    <a:lstStyle/>
                    <a:p>
                      <a:pPr marL="132080">
                        <a:lnSpc>
                          <a:spcPts val="2060"/>
                        </a:lnSpc>
                      </a:pPr>
                      <a:r>
                        <a:rPr sz="1800" spc="-25" dirty="0">
                          <a:latin typeface="Arial"/>
                          <a:cs typeface="Arial"/>
                        </a:rPr>
                        <a:t>15</a:t>
                      </a:r>
                      <a:endParaRPr sz="1800">
                        <a:latin typeface="Arial"/>
                        <a:cs typeface="Arial"/>
                      </a:endParaRPr>
                    </a:p>
                  </a:txBody>
                  <a:tcPr marL="0" marR="0" marT="0" marB="0">
                    <a:solidFill>
                      <a:srgbClr val="B8D4F9"/>
                    </a:solidFill>
                  </a:tcPr>
                </a:tc>
                <a:tc>
                  <a:txBody>
                    <a:bodyPr/>
                    <a:lstStyle/>
                    <a:p>
                      <a:pPr>
                        <a:lnSpc>
                          <a:spcPct val="100000"/>
                        </a:lnSpc>
                      </a:pPr>
                      <a:endParaRPr sz="1700">
                        <a:latin typeface="Times New Roman"/>
                        <a:cs typeface="Times New Roman"/>
                      </a:endParaRPr>
                    </a:p>
                  </a:txBody>
                  <a:tcPr marL="0" marR="0" marT="0" marB="0">
                    <a:solidFill>
                      <a:srgbClr val="B8D4F9"/>
                    </a:solidFill>
                  </a:tcPr>
                </a:tc>
                <a:tc>
                  <a:txBody>
                    <a:bodyPr/>
                    <a:lstStyle/>
                    <a:p>
                      <a:pPr marL="454025">
                        <a:lnSpc>
                          <a:spcPts val="2060"/>
                        </a:lnSpc>
                      </a:pPr>
                      <a:r>
                        <a:rPr sz="1800" dirty="0">
                          <a:latin typeface="Arial"/>
                          <a:cs typeface="Arial"/>
                        </a:rPr>
                        <a:t>Jack</a:t>
                      </a:r>
                      <a:r>
                        <a:rPr sz="1800" spc="-25" dirty="0">
                          <a:latin typeface="Arial"/>
                          <a:cs typeface="Arial"/>
                        </a:rPr>
                        <a:t> </a:t>
                      </a:r>
                      <a:r>
                        <a:rPr sz="1800" dirty="0">
                          <a:latin typeface="Arial"/>
                          <a:cs typeface="Arial"/>
                        </a:rPr>
                        <a:t>Hill</a:t>
                      </a:r>
                      <a:r>
                        <a:rPr sz="1800" spc="-25" dirty="0">
                          <a:latin typeface="Arial"/>
                          <a:cs typeface="Arial"/>
                        </a:rPr>
                        <a:t> Ltd</a:t>
                      </a:r>
                      <a:endParaRPr sz="1800">
                        <a:latin typeface="Arial"/>
                        <a:cs typeface="Arial"/>
                      </a:endParaRPr>
                    </a:p>
                  </a:txBody>
                  <a:tcPr marL="0" marR="0" marT="0" marB="0">
                    <a:solidFill>
                      <a:srgbClr val="B8D4F9"/>
                    </a:solidFill>
                  </a:tcPr>
                </a:tc>
                <a:tc>
                  <a:txBody>
                    <a:bodyPr/>
                    <a:lstStyle/>
                    <a:p>
                      <a:pPr>
                        <a:lnSpc>
                          <a:spcPct val="100000"/>
                        </a:lnSpc>
                      </a:pPr>
                      <a:endParaRPr sz="1700">
                        <a:latin typeface="Times New Roman"/>
                        <a:cs typeface="Times New Roman"/>
                      </a:endParaRPr>
                    </a:p>
                  </a:txBody>
                  <a:tcPr marL="0" marR="0" marT="0" marB="0">
                    <a:solidFill>
                      <a:srgbClr val="B8D4F9"/>
                    </a:solidFill>
                  </a:tcPr>
                </a:tc>
                <a:tc>
                  <a:txBody>
                    <a:bodyPr/>
                    <a:lstStyle/>
                    <a:p>
                      <a:pPr marR="661035" algn="r">
                        <a:lnSpc>
                          <a:spcPts val="2060"/>
                        </a:lnSpc>
                      </a:pPr>
                      <a:r>
                        <a:rPr sz="1800" spc="-10" dirty="0">
                          <a:latin typeface="Arial"/>
                          <a:cs typeface="Arial"/>
                        </a:rPr>
                        <a:t>London</a:t>
                      </a:r>
                      <a:endParaRPr sz="1800">
                        <a:latin typeface="Arial"/>
                        <a:cs typeface="Arial"/>
                      </a:endParaRPr>
                    </a:p>
                  </a:txBody>
                  <a:tcPr marL="0" marR="0" marT="0" marB="0">
                    <a:solidFill>
                      <a:srgbClr val="B8D4F9"/>
                    </a:solidFill>
                  </a:tcPr>
                </a:tc>
                <a:tc>
                  <a:txBody>
                    <a:bodyPr/>
                    <a:lstStyle/>
                    <a:p>
                      <a:pPr>
                        <a:lnSpc>
                          <a:spcPct val="100000"/>
                        </a:lnSpc>
                      </a:pPr>
                      <a:endParaRPr sz="1700">
                        <a:latin typeface="Times New Roman"/>
                        <a:cs typeface="Times New Roman"/>
                      </a:endParaRPr>
                    </a:p>
                  </a:txBody>
                  <a:tcPr marL="0" marR="0" marT="0" marB="0">
                    <a:solidFill>
                      <a:srgbClr val="B8D4F9"/>
                    </a:solidFill>
                  </a:tcPr>
                </a:tc>
                <a:tc>
                  <a:txBody>
                    <a:bodyPr/>
                    <a:lstStyle/>
                    <a:p>
                      <a:pPr marL="166370">
                        <a:lnSpc>
                          <a:spcPts val="2060"/>
                        </a:lnSpc>
                      </a:pPr>
                      <a:r>
                        <a:rPr sz="1800" spc="-25" dirty="0">
                          <a:latin typeface="Arial"/>
                          <a:cs typeface="Arial"/>
                        </a:rPr>
                        <a:t>15</a:t>
                      </a:r>
                      <a:endParaRPr sz="1800">
                        <a:latin typeface="Arial"/>
                        <a:cs typeface="Arial"/>
                      </a:endParaRPr>
                    </a:p>
                  </a:txBody>
                  <a:tcPr marL="0" marR="0" marT="0" marB="0">
                    <a:solidFill>
                      <a:srgbClr val="B8D4F9"/>
                    </a:solidFill>
                  </a:tcPr>
                </a:tc>
                <a:tc>
                  <a:txBody>
                    <a:bodyPr/>
                    <a:lstStyle/>
                    <a:p>
                      <a:pPr>
                        <a:lnSpc>
                          <a:spcPct val="100000"/>
                        </a:lnSpc>
                      </a:pPr>
                      <a:endParaRPr sz="1700">
                        <a:latin typeface="Times New Roman"/>
                        <a:cs typeface="Times New Roman"/>
                      </a:endParaRPr>
                    </a:p>
                  </a:txBody>
                  <a:tcPr marL="0" marR="0" marT="0" marB="0">
                    <a:solidFill>
                      <a:srgbClr val="B8D4F9"/>
                    </a:solidFill>
                  </a:tcPr>
                </a:tc>
                <a:tc>
                  <a:txBody>
                    <a:bodyPr/>
                    <a:lstStyle/>
                    <a:p>
                      <a:pPr marL="40005">
                        <a:lnSpc>
                          <a:spcPts val="2060"/>
                        </a:lnSpc>
                      </a:pPr>
                      <a:r>
                        <a:rPr sz="1800" dirty="0">
                          <a:latin typeface="Arial"/>
                          <a:cs typeface="Arial"/>
                        </a:rPr>
                        <a:t>BN</a:t>
                      </a:r>
                      <a:r>
                        <a:rPr sz="1800" spc="-10" dirty="0">
                          <a:latin typeface="Arial"/>
                          <a:cs typeface="Arial"/>
                        </a:rPr>
                        <a:t> Biscuit</a:t>
                      </a:r>
                      <a:endParaRPr sz="1800">
                        <a:latin typeface="Arial"/>
                        <a:cs typeface="Arial"/>
                      </a:endParaRPr>
                    </a:p>
                  </a:txBody>
                  <a:tcPr marL="0" marR="0" marT="0" marB="0">
                    <a:solidFill>
                      <a:srgbClr val="B8D4F9"/>
                    </a:solidFill>
                  </a:tcPr>
                </a:tc>
                <a:extLst>
                  <a:ext uri="{0D108BD9-81ED-4DB2-BD59-A6C34878D82A}">
                    <a16:rowId xmlns:a16="http://schemas.microsoft.com/office/drawing/2014/main" val="10002"/>
                  </a:ext>
                </a:extLst>
              </a:tr>
              <a:tr h="274320">
                <a:tc>
                  <a:txBody>
                    <a:bodyPr/>
                    <a:lstStyle/>
                    <a:p>
                      <a:pPr marL="132080">
                        <a:lnSpc>
                          <a:spcPts val="2060"/>
                        </a:lnSpc>
                      </a:pPr>
                      <a:r>
                        <a:rPr sz="1800" spc="-25" dirty="0">
                          <a:latin typeface="Arial"/>
                          <a:cs typeface="Arial"/>
                        </a:rPr>
                        <a:t>15</a:t>
                      </a:r>
                      <a:endParaRPr sz="1800">
                        <a:latin typeface="Arial"/>
                        <a:cs typeface="Arial"/>
                      </a:endParaRPr>
                    </a:p>
                  </a:txBody>
                  <a:tcPr marL="0" marR="0" marT="0" marB="0">
                    <a:solidFill>
                      <a:srgbClr val="B8D4F9"/>
                    </a:solidFill>
                  </a:tcPr>
                </a:tc>
                <a:tc>
                  <a:txBody>
                    <a:bodyPr/>
                    <a:lstStyle/>
                    <a:p>
                      <a:pPr>
                        <a:lnSpc>
                          <a:spcPct val="100000"/>
                        </a:lnSpc>
                      </a:pPr>
                      <a:endParaRPr sz="1700">
                        <a:latin typeface="Times New Roman"/>
                        <a:cs typeface="Times New Roman"/>
                      </a:endParaRPr>
                    </a:p>
                  </a:txBody>
                  <a:tcPr marL="0" marR="0" marT="0" marB="0">
                    <a:solidFill>
                      <a:srgbClr val="B8D4F9"/>
                    </a:solidFill>
                  </a:tcPr>
                </a:tc>
                <a:tc>
                  <a:txBody>
                    <a:bodyPr/>
                    <a:lstStyle/>
                    <a:p>
                      <a:pPr marL="454025">
                        <a:lnSpc>
                          <a:spcPts val="2060"/>
                        </a:lnSpc>
                      </a:pPr>
                      <a:r>
                        <a:rPr sz="1800" dirty="0">
                          <a:latin typeface="Arial"/>
                          <a:cs typeface="Arial"/>
                        </a:rPr>
                        <a:t>Jack</a:t>
                      </a:r>
                      <a:r>
                        <a:rPr sz="1800" spc="-25" dirty="0">
                          <a:latin typeface="Arial"/>
                          <a:cs typeface="Arial"/>
                        </a:rPr>
                        <a:t> </a:t>
                      </a:r>
                      <a:r>
                        <a:rPr sz="1800" dirty="0">
                          <a:latin typeface="Arial"/>
                          <a:cs typeface="Arial"/>
                        </a:rPr>
                        <a:t>Hill</a:t>
                      </a:r>
                      <a:r>
                        <a:rPr sz="1800" spc="-25" dirty="0">
                          <a:latin typeface="Arial"/>
                          <a:cs typeface="Arial"/>
                        </a:rPr>
                        <a:t> Ltd</a:t>
                      </a:r>
                      <a:endParaRPr sz="1800">
                        <a:latin typeface="Arial"/>
                        <a:cs typeface="Arial"/>
                      </a:endParaRPr>
                    </a:p>
                  </a:txBody>
                  <a:tcPr marL="0" marR="0" marT="0" marB="0">
                    <a:solidFill>
                      <a:srgbClr val="B8D4F9"/>
                    </a:solidFill>
                  </a:tcPr>
                </a:tc>
                <a:tc>
                  <a:txBody>
                    <a:bodyPr/>
                    <a:lstStyle/>
                    <a:p>
                      <a:pPr>
                        <a:lnSpc>
                          <a:spcPct val="100000"/>
                        </a:lnSpc>
                      </a:pPr>
                      <a:endParaRPr sz="1700">
                        <a:latin typeface="Times New Roman"/>
                        <a:cs typeface="Times New Roman"/>
                      </a:endParaRPr>
                    </a:p>
                  </a:txBody>
                  <a:tcPr marL="0" marR="0" marT="0" marB="0">
                    <a:solidFill>
                      <a:srgbClr val="B8D4F9"/>
                    </a:solidFill>
                  </a:tcPr>
                </a:tc>
                <a:tc>
                  <a:txBody>
                    <a:bodyPr/>
                    <a:lstStyle/>
                    <a:p>
                      <a:pPr marR="661035" algn="r">
                        <a:lnSpc>
                          <a:spcPts val="2060"/>
                        </a:lnSpc>
                      </a:pPr>
                      <a:r>
                        <a:rPr sz="1800" spc="-10" dirty="0">
                          <a:latin typeface="Arial"/>
                          <a:cs typeface="Arial"/>
                        </a:rPr>
                        <a:t>London</a:t>
                      </a:r>
                      <a:endParaRPr sz="1800">
                        <a:latin typeface="Arial"/>
                        <a:cs typeface="Arial"/>
                      </a:endParaRPr>
                    </a:p>
                  </a:txBody>
                  <a:tcPr marL="0" marR="0" marT="0" marB="0">
                    <a:solidFill>
                      <a:srgbClr val="B8D4F9"/>
                    </a:solidFill>
                  </a:tcPr>
                </a:tc>
                <a:tc>
                  <a:txBody>
                    <a:bodyPr/>
                    <a:lstStyle/>
                    <a:p>
                      <a:pPr>
                        <a:lnSpc>
                          <a:spcPct val="100000"/>
                        </a:lnSpc>
                      </a:pPr>
                      <a:endParaRPr sz="1700">
                        <a:latin typeface="Times New Roman"/>
                        <a:cs typeface="Times New Roman"/>
                      </a:endParaRPr>
                    </a:p>
                  </a:txBody>
                  <a:tcPr marL="0" marR="0" marT="0" marB="0">
                    <a:solidFill>
                      <a:srgbClr val="B8D4F9"/>
                    </a:solidFill>
                  </a:tcPr>
                </a:tc>
                <a:tc>
                  <a:txBody>
                    <a:bodyPr/>
                    <a:lstStyle/>
                    <a:p>
                      <a:pPr marL="166370">
                        <a:lnSpc>
                          <a:spcPts val="2060"/>
                        </a:lnSpc>
                      </a:pPr>
                      <a:r>
                        <a:rPr sz="1800" spc="-25" dirty="0">
                          <a:latin typeface="Arial"/>
                          <a:cs typeface="Arial"/>
                        </a:rPr>
                        <a:t>15</a:t>
                      </a:r>
                      <a:endParaRPr sz="1800">
                        <a:latin typeface="Arial"/>
                        <a:cs typeface="Arial"/>
                      </a:endParaRPr>
                    </a:p>
                  </a:txBody>
                  <a:tcPr marL="0" marR="0" marT="0" marB="0">
                    <a:solidFill>
                      <a:srgbClr val="B8D4F9"/>
                    </a:solidFill>
                  </a:tcPr>
                </a:tc>
                <a:tc>
                  <a:txBody>
                    <a:bodyPr/>
                    <a:lstStyle/>
                    <a:p>
                      <a:pPr>
                        <a:lnSpc>
                          <a:spcPct val="100000"/>
                        </a:lnSpc>
                      </a:pPr>
                      <a:endParaRPr sz="1700">
                        <a:latin typeface="Times New Roman"/>
                        <a:cs typeface="Times New Roman"/>
                      </a:endParaRPr>
                    </a:p>
                  </a:txBody>
                  <a:tcPr marL="0" marR="0" marT="0" marB="0">
                    <a:solidFill>
                      <a:srgbClr val="B8D4F9"/>
                    </a:solidFill>
                  </a:tcPr>
                </a:tc>
                <a:tc>
                  <a:txBody>
                    <a:bodyPr/>
                    <a:lstStyle/>
                    <a:p>
                      <a:pPr marL="40005">
                        <a:lnSpc>
                          <a:spcPts val="2060"/>
                        </a:lnSpc>
                      </a:pPr>
                      <a:r>
                        <a:rPr sz="1800" spc="-10" dirty="0">
                          <a:latin typeface="Arial"/>
                          <a:cs typeface="Arial"/>
                        </a:rPr>
                        <a:t>Cheez-</a:t>
                      </a:r>
                      <a:r>
                        <a:rPr sz="1800" spc="-35" dirty="0">
                          <a:latin typeface="Arial"/>
                          <a:cs typeface="Arial"/>
                        </a:rPr>
                        <a:t>It</a:t>
                      </a:r>
                      <a:endParaRPr sz="1800">
                        <a:latin typeface="Arial"/>
                        <a:cs typeface="Arial"/>
                      </a:endParaRPr>
                    </a:p>
                  </a:txBody>
                  <a:tcPr marL="0" marR="0" marT="0" marB="0">
                    <a:solidFill>
                      <a:srgbClr val="B8D4F9"/>
                    </a:solidFill>
                  </a:tcPr>
                </a:tc>
                <a:extLst>
                  <a:ext uri="{0D108BD9-81ED-4DB2-BD59-A6C34878D82A}">
                    <a16:rowId xmlns:a16="http://schemas.microsoft.com/office/drawing/2014/main" val="10003"/>
                  </a:ext>
                </a:extLst>
              </a:tr>
              <a:tr h="274320">
                <a:tc>
                  <a:txBody>
                    <a:bodyPr/>
                    <a:lstStyle/>
                    <a:p>
                      <a:pPr marL="132080">
                        <a:lnSpc>
                          <a:spcPts val="2060"/>
                        </a:lnSpc>
                      </a:pPr>
                      <a:r>
                        <a:rPr sz="1800" spc="-25" dirty="0">
                          <a:latin typeface="Arial"/>
                          <a:cs typeface="Arial"/>
                        </a:rPr>
                        <a:t>16</a:t>
                      </a:r>
                      <a:endParaRPr sz="1800">
                        <a:latin typeface="Arial"/>
                        <a:cs typeface="Arial"/>
                      </a:endParaRPr>
                    </a:p>
                  </a:txBody>
                  <a:tcPr marL="0" marR="0" marT="0" marB="0">
                    <a:solidFill>
                      <a:srgbClr val="B8D4F9"/>
                    </a:solidFill>
                  </a:tcPr>
                </a:tc>
                <a:tc>
                  <a:txBody>
                    <a:bodyPr/>
                    <a:lstStyle/>
                    <a:p>
                      <a:pPr>
                        <a:lnSpc>
                          <a:spcPct val="100000"/>
                        </a:lnSpc>
                      </a:pPr>
                      <a:endParaRPr sz="1700">
                        <a:latin typeface="Times New Roman"/>
                        <a:cs typeface="Times New Roman"/>
                      </a:endParaRPr>
                    </a:p>
                  </a:txBody>
                  <a:tcPr marL="0" marR="0" marT="0" marB="0">
                    <a:solidFill>
                      <a:srgbClr val="B8D4F9"/>
                    </a:solidFill>
                  </a:tcPr>
                </a:tc>
                <a:tc>
                  <a:txBody>
                    <a:bodyPr/>
                    <a:lstStyle/>
                    <a:p>
                      <a:pPr marL="454025">
                        <a:lnSpc>
                          <a:spcPts val="2060"/>
                        </a:lnSpc>
                      </a:pPr>
                      <a:r>
                        <a:rPr sz="1800" dirty="0">
                          <a:latin typeface="Arial"/>
                          <a:cs typeface="Arial"/>
                        </a:rPr>
                        <a:t>Akas</a:t>
                      </a:r>
                      <a:r>
                        <a:rPr sz="1800" spc="-5" dirty="0">
                          <a:latin typeface="Arial"/>
                          <a:cs typeface="Arial"/>
                        </a:rPr>
                        <a:t> </a:t>
                      </a:r>
                      <a:r>
                        <a:rPr sz="1800" spc="-10" dirty="0">
                          <a:latin typeface="Arial"/>
                          <a:cs typeface="Arial"/>
                        </a:rPr>
                        <a:t>Foods</a:t>
                      </a:r>
                      <a:endParaRPr sz="1800">
                        <a:latin typeface="Arial"/>
                        <a:cs typeface="Arial"/>
                      </a:endParaRPr>
                    </a:p>
                  </a:txBody>
                  <a:tcPr marL="0" marR="0" marT="0" marB="0">
                    <a:solidFill>
                      <a:srgbClr val="B8D4F9"/>
                    </a:solidFill>
                  </a:tcPr>
                </a:tc>
                <a:tc>
                  <a:txBody>
                    <a:bodyPr/>
                    <a:lstStyle/>
                    <a:p>
                      <a:pPr>
                        <a:lnSpc>
                          <a:spcPct val="100000"/>
                        </a:lnSpc>
                      </a:pPr>
                      <a:endParaRPr sz="1700">
                        <a:latin typeface="Times New Roman"/>
                        <a:cs typeface="Times New Roman"/>
                      </a:endParaRPr>
                    </a:p>
                  </a:txBody>
                  <a:tcPr marL="0" marR="0" marT="0" marB="0">
                    <a:solidFill>
                      <a:srgbClr val="B8D4F9"/>
                    </a:solidFill>
                  </a:tcPr>
                </a:tc>
                <a:tc>
                  <a:txBody>
                    <a:bodyPr/>
                    <a:lstStyle/>
                    <a:p>
                      <a:pPr marR="81915" algn="ctr">
                        <a:lnSpc>
                          <a:spcPts val="2060"/>
                        </a:lnSpc>
                      </a:pPr>
                      <a:r>
                        <a:rPr sz="1800" spc="-10" dirty="0">
                          <a:latin typeface="Arial"/>
                          <a:cs typeface="Arial"/>
                        </a:rPr>
                        <a:t>Delhi</a:t>
                      </a:r>
                      <a:endParaRPr sz="1800">
                        <a:latin typeface="Arial"/>
                        <a:cs typeface="Arial"/>
                      </a:endParaRPr>
                    </a:p>
                  </a:txBody>
                  <a:tcPr marL="0" marR="0" marT="0" marB="0">
                    <a:solidFill>
                      <a:srgbClr val="B8D4F9"/>
                    </a:solidFill>
                  </a:tcPr>
                </a:tc>
                <a:tc>
                  <a:txBody>
                    <a:bodyPr/>
                    <a:lstStyle/>
                    <a:p>
                      <a:pPr>
                        <a:lnSpc>
                          <a:spcPct val="100000"/>
                        </a:lnSpc>
                      </a:pPr>
                      <a:endParaRPr sz="1700">
                        <a:latin typeface="Times New Roman"/>
                        <a:cs typeface="Times New Roman"/>
                      </a:endParaRPr>
                    </a:p>
                  </a:txBody>
                  <a:tcPr marL="0" marR="0" marT="0" marB="0">
                    <a:solidFill>
                      <a:srgbClr val="B8D4F9"/>
                    </a:solidFill>
                  </a:tcPr>
                </a:tc>
                <a:tc>
                  <a:txBody>
                    <a:bodyPr/>
                    <a:lstStyle/>
                    <a:p>
                      <a:pPr marR="281305" algn="r">
                        <a:lnSpc>
                          <a:spcPts val="2060"/>
                        </a:lnSpc>
                      </a:pPr>
                      <a:r>
                        <a:rPr sz="1800" spc="-25" dirty="0">
                          <a:latin typeface="Arial"/>
                          <a:cs typeface="Arial"/>
                        </a:rPr>
                        <a:t>16</a:t>
                      </a:r>
                      <a:endParaRPr sz="1800">
                        <a:latin typeface="Arial"/>
                        <a:cs typeface="Arial"/>
                      </a:endParaRPr>
                    </a:p>
                  </a:txBody>
                  <a:tcPr marL="0" marR="0" marT="0" marB="0">
                    <a:solidFill>
                      <a:srgbClr val="B8D4F9"/>
                    </a:solidFill>
                  </a:tcPr>
                </a:tc>
                <a:tc>
                  <a:txBody>
                    <a:bodyPr/>
                    <a:lstStyle/>
                    <a:p>
                      <a:pPr>
                        <a:lnSpc>
                          <a:spcPct val="100000"/>
                        </a:lnSpc>
                      </a:pPr>
                      <a:endParaRPr sz="1700">
                        <a:latin typeface="Times New Roman"/>
                        <a:cs typeface="Times New Roman"/>
                      </a:endParaRPr>
                    </a:p>
                  </a:txBody>
                  <a:tcPr marL="0" marR="0" marT="0" marB="0">
                    <a:solidFill>
                      <a:srgbClr val="B8D4F9"/>
                    </a:solidFill>
                  </a:tcPr>
                </a:tc>
                <a:tc>
                  <a:txBody>
                    <a:bodyPr/>
                    <a:lstStyle/>
                    <a:p>
                      <a:pPr marL="92710">
                        <a:lnSpc>
                          <a:spcPts val="2060"/>
                        </a:lnSpc>
                      </a:pPr>
                      <a:r>
                        <a:rPr sz="1800" dirty="0">
                          <a:latin typeface="Arial"/>
                          <a:cs typeface="Arial"/>
                        </a:rPr>
                        <a:t>Chex</a:t>
                      </a:r>
                      <a:r>
                        <a:rPr sz="1800" spc="-5" dirty="0">
                          <a:latin typeface="Arial"/>
                          <a:cs typeface="Arial"/>
                        </a:rPr>
                        <a:t> </a:t>
                      </a:r>
                      <a:r>
                        <a:rPr sz="1800" spc="-25" dirty="0">
                          <a:latin typeface="Arial"/>
                          <a:cs typeface="Arial"/>
                        </a:rPr>
                        <a:t>Mix</a:t>
                      </a:r>
                      <a:endParaRPr sz="1800">
                        <a:latin typeface="Arial"/>
                        <a:cs typeface="Arial"/>
                      </a:endParaRPr>
                    </a:p>
                  </a:txBody>
                  <a:tcPr marL="0" marR="0" marT="0" marB="0">
                    <a:solidFill>
                      <a:srgbClr val="B8D4F9"/>
                    </a:solidFill>
                  </a:tcPr>
                </a:tc>
                <a:extLst>
                  <a:ext uri="{0D108BD9-81ED-4DB2-BD59-A6C34878D82A}">
                    <a16:rowId xmlns:a16="http://schemas.microsoft.com/office/drawing/2014/main" val="10004"/>
                  </a:ext>
                </a:extLst>
              </a:tr>
              <a:tr h="274320">
                <a:tc>
                  <a:txBody>
                    <a:bodyPr/>
                    <a:lstStyle/>
                    <a:p>
                      <a:pPr marL="132080">
                        <a:lnSpc>
                          <a:spcPts val="2060"/>
                        </a:lnSpc>
                      </a:pPr>
                      <a:r>
                        <a:rPr sz="1800" spc="-25" dirty="0">
                          <a:latin typeface="Arial"/>
                          <a:cs typeface="Arial"/>
                        </a:rPr>
                        <a:t>17</a:t>
                      </a:r>
                      <a:endParaRPr sz="1800">
                        <a:latin typeface="Arial"/>
                        <a:cs typeface="Arial"/>
                      </a:endParaRPr>
                    </a:p>
                  </a:txBody>
                  <a:tcPr marL="0" marR="0" marT="0" marB="0">
                    <a:solidFill>
                      <a:srgbClr val="B8D4F9"/>
                    </a:solidFill>
                  </a:tcPr>
                </a:tc>
                <a:tc>
                  <a:txBody>
                    <a:bodyPr/>
                    <a:lstStyle/>
                    <a:p>
                      <a:pPr>
                        <a:lnSpc>
                          <a:spcPct val="100000"/>
                        </a:lnSpc>
                      </a:pPr>
                      <a:endParaRPr sz="1700">
                        <a:latin typeface="Times New Roman"/>
                        <a:cs typeface="Times New Roman"/>
                      </a:endParaRPr>
                    </a:p>
                  </a:txBody>
                  <a:tcPr marL="0" marR="0" marT="0" marB="0">
                    <a:solidFill>
                      <a:srgbClr val="B8D4F9"/>
                    </a:solidFill>
                  </a:tcPr>
                </a:tc>
                <a:tc>
                  <a:txBody>
                    <a:bodyPr/>
                    <a:lstStyle/>
                    <a:p>
                      <a:pPr marL="454025">
                        <a:lnSpc>
                          <a:spcPts val="2060"/>
                        </a:lnSpc>
                      </a:pPr>
                      <a:r>
                        <a:rPr sz="1800" spc="-10" dirty="0">
                          <a:latin typeface="Arial"/>
                          <a:cs typeface="Arial"/>
                        </a:rPr>
                        <a:t>Foodies.</a:t>
                      </a:r>
                      <a:endParaRPr sz="1800">
                        <a:latin typeface="Arial"/>
                        <a:cs typeface="Arial"/>
                      </a:endParaRPr>
                    </a:p>
                  </a:txBody>
                  <a:tcPr marL="0" marR="0" marT="0" marB="0">
                    <a:solidFill>
                      <a:srgbClr val="B8D4F9"/>
                    </a:solidFill>
                  </a:tcPr>
                </a:tc>
                <a:tc>
                  <a:txBody>
                    <a:bodyPr/>
                    <a:lstStyle/>
                    <a:p>
                      <a:pPr>
                        <a:lnSpc>
                          <a:spcPct val="100000"/>
                        </a:lnSpc>
                      </a:pPr>
                      <a:endParaRPr sz="1700">
                        <a:latin typeface="Times New Roman"/>
                        <a:cs typeface="Times New Roman"/>
                      </a:endParaRPr>
                    </a:p>
                  </a:txBody>
                  <a:tcPr marL="0" marR="0" marT="0" marB="0">
                    <a:solidFill>
                      <a:srgbClr val="B8D4F9"/>
                    </a:solidFill>
                  </a:tcPr>
                </a:tc>
                <a:tc>
                  <a:txBody>
                    <a:bodyPr/>
                    <a:lstStyle/>
                    <a:p>
                      <a:pPr marR="695960" algn="r">
                        <a:lnSpc>
                          <a:spcPts val="2060"/>
                        </a:lnSpc>
                      </a:pPr>
                      <a:r>
                        <a:rPr sz="1800" spc="-10" dirty="0">
                          <a:latin typeface="Arial"/>
                          <a:cs typeface="Arial"/>
                        </a:rPr>
                        <a:t>London</a:t>
                      </a:r>
                      <a:endParaRPr sz="1800">
                        <a:latin typeface="Arial"/>
                        <a:cs typeface="Arial"/>
                      </a:endParaRPr>
                    </a:p>
                  </a:txBody>
                  <a:tcPr marL="0" marR="0" marT="0" marB="0">
                    <a:solidFill>
                      <a:srgbClr val="B8D4F9"/>
                    </a:solidFill>
                  </a:tcPr>
                </a:tc>
                <a:tc>
                  <a:txBody>
                    <a:bodyPr/>
                    <a:lstStyle/>
                    <a:p>
                      <a:pPr>
                        <a:lnSpc>
                          <a:spcPct val="100000"/>
                        </a:lnSpc>
                      </a:pPr>
                      <a:endParaRPr sz="1700">
                        <a:latin typeface="Times New Roman"/>
                        <a:cs typeface="Times New Roman"/>
                      </a:endParaRPr>
                    </a:p>
                  </a:txBody>
                  <a:tcPr marL="0" marR="0" marT="0" marB="0">
                    <a:solidFill>
                      <a:srgbClr val="B8D4F9"/>
                    </a:solidFill>
                  </a:tcPr>
                </a:tc>
                <a:tc>
                  <a:txBody>
                    <a:bodyPr/>
                    <a:lstStyle/>
                    <a:p>
                      <a:pPr marR="305435" algn="r">
                        <a:lnSpc>
                          <a:spcPts val="2060"/>
                        </a:lnSpc>
                      </a:pPr>
                      <a:r>
                        <a:rPr sz="1800" spc="-25" dirty="0">
                          <a:latin typeface="Arial"/>
                          <a:cs typeface="Arial"/>
                        </a:rPr>
                        <a:t>17</a:t>
                      </a:r>
                      <a:endParaRPr sz="1800">
                        <a:latin typeface="Arial"/>
                        <a:cs typeface="Arial"/>
                      </a:endParaRPr>
                    </a:p>
                  </a:txBody>
                  <a:tcPr marL="0" marR="0" marT="0" marB="0">
                    <a:solidFill>
                      <a:srgbClr val="B8D4F9"/>
                    </a:solidFill>
                  </a:tcPr>
                </a:tc>
                <a:tc>
                  <a:txBody>
                    <a:bodyPr/>
                    <a:lstStyle/>
                    <a:p>
                      <a:pPr>
                        <a:lnSpc>
                          <a:spcPct val="100000"/>
                        </a:lnSpc>
                      </a:pPr>
                      <a:endParaRPr sz="1700">
                        <a:latin typeface="Times New Roman"/>
                        <a:cs typeface="Times New Roman"/>
                      </a:endParaRPr>
                    </a:p>
                  </a:txBody>
                  <a:tcPr marL="0" marR="0" marT="0" marB="0">
                    <a:solidFill>
                      <a:srgbClr val="B8D4F9"/>
                    </a:solidFill>
                  </a:tcPr>
                </a:tc>
                <a:tc>
                  <a:txBody>
                    <a:bodyPr/>
                    <a:lstStyle/>
                    <a:p>
                      <a:pPr marL="68580">
                        <a:lnSpc>
                          <a:spcPts val="2060"/>
                        </a:lnSpc>
                      </a:pPr>
                      <a:r>
                        <a:rPr sz="1800" dirty="0">
                          <a:latin typeface="Arial"/>
                          <a:cs typeface="Arial"/>
                        </a:rPr>
                        <a:t>Mighty</a:t>
                      </a:r>
                      <a:r>
                        <a:rPr sz="1800" spc="-5" dirty="0">
                          <a:latin typeface="Arial"/>
                          <a:cs typeface="Arial"/>
                        </a:rPr>
                        <a:t> </a:t>
                      </a:r>
                      <a:r>
                        <a:rPr sz="1800" spc="-10" dirty="0">
                          <a:latin typeface="Arial"/>
                          <a:cs typeface="Arial"/>
                        </a:rPr>
                        <a:t>Munch</a:t>
                      </a:r>
                      <a:endParaRPr sz="1800">
                        <a:latin typeface="Arial"/>
                        <a:cs typeface="Arial"/>
                      </a:endParaRPr>
                    </a:p>
                  </a:txBody>
                  <a:tcPr marL="0" marR="0" marT="0" marB="0">
                    <a:solidFill>
                      <a:srgbClr val="B8D4F9"/>
                    </a:solidFill>
                  </a:tcPr>
                </a:tc>
                <a:extLst>
                  <a:ext uri="{0D108BD9-81ED-4DB2-BD59-A6C34878D82A}">
                    <a16:rowId xmlns:a16="http://schemas.microsoft.com/office/drawing/2014/main" val="10005"/>
                  </a:ext>
                </a:extLst>
              </a:tr>
              <a:tr h="264795">
                <a:tc>
                  <a:txBody>
                    <a:bodyPr/>
                    <a:lstStyle/>
                    <a:p>
                      <a:pPr>
                        <a:lnSpc>
                          <a:spcPct val="100000"/>
                        </a:lnSpc>
                      </a:pPr>
                      <a:endParaRPr sz="1600">
                        <a:latin typeface="Times New Roman"/>
                        <a:cs typeface="Times New Roman"/>
                      </a:endParaRPr>
                    </a:p>
                  </a:txBody>
                  <a:tcPr marL="0" marR="0" marT="0" marB="0">
                    <a:solidFill>
                      <a:srgbClr val="B8D4F9"/>
                    </a:solidFill>
                  </a:tcPr>
                </a:tc>
                <a:tc>
                  <a:txBody>
                    <a:bodyPr/>
                    <a:lstStyle/>
                    <a:p>
                      <a:pPr>
                        <a:lnSpc>
                          <a:spcPct val="100000"/>
                        </a:lnSpc>
                      </a:pPr>
                      <a:endParaRPr sz="1600">
                        <a:latin typeface="Times New Roman"/>
                        <a:cs typeface="Times New Roman"/>
                      </a:endParaRPr>
                    </a:p>
                  </a:txBody>
                  <a:tcPr marL="0" marR="0" marT="0" marB="0">
                    <a:solidFill>
                      <a:srgbClr val="B8D4F9"/>
                    </a:solidFill>
                  </a:tcPr>
                </a:tc>
                <a:tc>
                  <a:txBody>
                    <a:bodyPr/>
                    <a:lstStyle/>
                    <a:p>
                      <a:pPr>
                        <a:lnSpc>
                          <a:spcPct val="100000"/>
                        </a:lnSpc>
                      </a:pPr>
                      <a:endParaRPr sz="1600">
                        <a:latin typeface="Times New Roman"/>
                        <a:cs typeface="Times New Roman"/>
                      </a:endParaRPr>
                    </a:p>
                  </a:txBody>
                  <a:tcPr marL="0" marR="0" marT="0" marB="0">
                    <a:solidFill>
                      <a:srgbClr val="B8D4F9"/>
                    </a:solidFill>
                  </a:tcPr>
                </a:tc>
                <a:tc>
                  <a:txBody>
                    <a:bodyPr/>
                    <a:lstStyle/>
                    <a:p>
                      <a:pPr>
                        <a:lnSpc>
                          <a:spcPct val="100000"/>
                        </a:lnSpc>
                      </a:pPr>
                      <a:endParaRPr sz="1600">
                        <a:latin typeface="Times New Roman"/>
                        <a:cs typeface="Times New Roman"/>
                      </a:endParaRPr>
                    </a:p>
                  </a:txBody>
                  <a:tcPr marL="0" marR="0" marT="0" marB="0">
                    <a:solidFill>
                      <a:srgbClr val="B8D4F9"/>
                    </a:solidFill>
                  </a:tcPr>
                </a:tc>
                <a:tc>
                  <a:txBody>
                    <a:bodyPr/>
                    <a:lstStyle/>
                    <a:p>
                      <a:pPr>
                        <a:lnSpc>
                          <a:spcPct val="100000"/>
                        </a:lnSpc>
                      </a:pPr>
                      <a:endParaRPr sz="1600">
                        <a:latin typeface="Times New Roman"/>
                        <a:cs typeface="Times New Roman"/>
                      </a:endParaRPr>
                    </a:p>
                  </a:txBody>
                  <a:tcPr marL="0" marR="0" marT="0" marB="0">
                    <a:solidFill>
                      <a:srgbClr val="B8D4F9"/>
                    </a:solidFill>
                  </a:tcPr>
                </a:tc>
                <a:tc>
                  <a:txBody>
                    <a:bodyPr/>
                    <a:lstStyle/>
                    <a:p>
                      <a:pPr>
                        <a:lnSpc>
                          <a:spcPct val="100000"/>
                        </a:lnSpc>
                      </a:pPr>
                      <a:endParaRPr sz="1600">
                        <a:latin typeface="Times New Roman"/>
                        <a:cs typeface="Times New Roman"/>
                      </a:endParaRPr>
                    </a:p>
                  </a:txBody>
                  <a:tcPr marL="0" marR="0" marT="0" marB="0">
                    <a:solidFill>
                      <a:srgbClr val="B8D4F9"/>
                    </a:solidFill>
                  </a:tcPr>
                </a:tc>
                <a:tc>
                  <a:txBody>
                    <a:bodyPr/>
                    <a:lstStyle/>
                    <a:p>
                      <a:pPr>
                        <a:lnSpc>
                          <a:spcPct val="100000"/>
                        </a:lnSpc>
                      </a:pPr>
                      <a:endParaRPr sz="1600">
                        <a:latin typeface="Times New Roman"/>
                        <a:cs typeface="Times New Roman"/>
                      </a:endParaRPr>
                    </a:p>
                  </a:txBody>
                  <a:tcPr marL="0" marR="0" marT="0" marB="0">
                    <a:solidFill>
                      <a:srgbClr val="B8D4F9"/>
                    </a:solidFill>
                  </a:tcPr>
                </a:tc>
                <a:tc>
                  <a:txBody>
                    <a:bodyPr/>
                    <a:lstStyle/>
                    <a:p>
                      <a:pPr>
                        <a:lnSpc>
                          <a:spcPct val="100000"/>
                        </a:lnSpc>
                      </a:pPr>
                      <a:endParaRPr sz="1600">
                        <a:latin typeface="Times New Roman"/>
                        <a:cs typeface="Times New Roman"/>
                      </a:endParaRPr>
                    </a:p>
                  </a:txBody>
                  <a:tcPr marL="0" marR="0" marT="0" marB="0">
                    <a:solidFill>
                      <a:srgbClr val="B8D4F9"/>
                    </a:solidFill>
                  </a:tcPr>
                </a:tc>
                <a:tc>
                  <a:txBody>
                    <a:bodyPr/>
                    <a:lstStyle/>
                    <a:p>
                      <a:pPr marL="121920">
                        <a:lnSpc>
                          <a:spcPts val="1985"/>
                        </a:lnSpc>
                      </a:pPr>
                      <a:r>
                        <a:rPr sz="1800" dirty="0">
                          <a:latin typeface="Arial"/>
                          <a:cs typeface="Arial"/>
                        </a:rPr>
                        <a:t>Salt</a:t>
                      </a:r>
                      <a:r>
                        <a:rPr sz="1800" spc="-15" dirty="0">
                          <a:latin typeface="Arial"/>
                          <a:cs typeface="Arial"/>
                        </a:rPr>
                        <a:t> </a:t>
                      </a:r>
                      <a:r>
                        <a:rPr sz="1800" dirty="0">
                          <a:latin typeface="Arial"/>
                          <a:cs typeface="Arial"/>
                        </a:rPr>
                        <a:t>n</a:t>
                      </a:r>
                      <a:r>
                        <a:rPr sz="1800" spc="-10" dirty="0">
                          <a:latin typeface="Arial"/>
                          <a:cs typeface="Arial"/>
                        </a:rPr>
                        <a:t> Shake</a:t>
                      </a:r>
                      <a:endParaRPr sz="1800">
                        <a:latin typeface="Arial"/>
                        <a:cs typeface="Arial"/>
                      </a:endParaRPr>
                    </a:p>
                  </a:txBody>
                  <a:tcPr marL="0" marR="0" marT="0" marB="0">
                    <a:solidFill>
                      <a:srgbClr val="B8D4F9"/>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8255" marR="462915" algn="r">
              <a:lnSpc>
                <a:spcPct val="100000"/>
              </a:lnSpc>
              <a:spcBef>
                <a:spcPts val="100"/>
              </a:spcBef>
            </a:pPr>
            <a:r>
              <a:rPr dirty="0"/>
              <a:t>LEFT</a:t>
            </a:r>
            <a:r>
              <a:rPr spc="-25" dirty="0"/>
              <a:t> </a:t>
            </a:r>
            <a:r>
              <a:rPr spc="-10" dirty="0"/>
              <a:t>JOINS</a:t>
            </a:r>
          </a:p>
        </p:txBody>
      </p:sp>
      <p:sp>
        <p:nvSpPr>
          <p:cNvPr id="3" name="object 3"/>
          <p:cNvSpPr txBox="1"/>
          <p:nvPr/>
        </p:nvSpPr>
        <p:spPr>
          <a:xfrm>
            <a:off x="633728" y="1688204"/>
            <a:ext cx="6131560" cy="2313940"/>
          </a:xfrm>
          <a:prstGeom prst="rect">
            <a:avLst/>
          </a:prstGeom>
        </p:spPr>
        <p:txBody>
          <a:bodyPr vert="horz" wrap="square" lIns="0" tIns="12700" rIns="0" bIns="0" rtlCol="0">
            <a:spAutoFit/>
          </a:bodyPr>
          <a:lstStyle/>
          <a:p>
            <a:pPr marL="27305">
              <a:lnSpc>
                <a:spcPct val="100000"/>
              </a:lnSpc>
              <a:spcBef>
                <a:spcPts val="100"/>
              </a:spcBef>
            </a:pPr>
            <a:r>
              <a:rPr sz="1800" b="1" spc="-10" dirty="0">
                <a:latin typeface="Arial"/>
                <a:cs typeface="Arial"/>
              </a:rPr>
              <a:t>QUARY:</a:t>
            </a:r>
            <a:endParaRPr sz="1800">
              <a:latin typeface="Arial"/>
              <a:cs typeface="Arial"/>
            </a:endParaRPr>
          </a:p>
          <a:p>
            <a:pPr marL="27305" marR="5080">
              <a:lnSpc>
                <a:spcPct val="100000"/>
              </a:lnSpc>
              <a:spcBef>
                <a:spcPts val="1650"/>
              </a:spcBef>
              <a:tabLst>
                <a:tab pos="929005" algn="l"/>
              </a:tabLst>
            </a:pPr>
            <a:r>
              <a:rPr sz="1800" b="1" dirty="0">
                <a:latin typeface="Arial"/>
                <a:cs typeface="Arial"/>
              </a:rPr>
              <a:t>SELECT</a:t>
            </a:r>
            <a:r>
              <a:rPr sz="1800" b="1" spc="-30" dirty="0">
                <a:latin typeface="Arial"/>
                <a:cs typeface="Arial"/>
              </a:rPr>
              <a:t> </a:t>
            </a:r>
            <a:r>
              <a:rPr sz="1800" spc="-10" dirty="0">
                <a:latin typeface="Arial"/>
                <a:cs typeface="Arial"/>
              </a:rPr>
              <a:t>company.company_id,company.company_name, company.company_city,foods.company_id,foods.item_name </a:t>
            </a:r>
            <a:r>
              <a:rPr sz="1800" b="1" spc="-20" dirty="0">
                <a:latin typeface="Arial"/>
                <a:cs typeface="Arial"/>
              </a:rPr>
              <a:t>FROM</a:t>
            </a:r>
            <a:r>
              <a:rPr sz="1800" b="1" dirty="0">
                <a:latin typeface="Arial"/>
                <a:cs typeface="Arial"/>
              </a:rPr>
              <a:t>	</a:t>
            </a:r>
            <a:r>
              <a:rPr sz="1800" spc="-10" dirty="0">
                <a:latin typeface="Arial"/>
                <a:cs typeface="Arial"/>
              </a:rPr>
              <a:t>company</a:t>
            </a:r>
            <a:endParaRPr sz="1800">
              <a:latin typeface="Arial"/>
              <a:cs typeface="Arial"/>
            </a:endParaRPr>
          </a:p>
          <a:p>
            <a:pPr marL="27305">
              <a:lnSpc>
                <a:spcPct val="100000"/>
              </a:lnSpc>
            </a:pPr>
            <a:r>
              <a:rPr sz="1800" dirty="0">
                <a:latin typeface="Arial"/>
                <a:cs typeface="Arial"/>
              </a:rPr>
              <a:t>LEFT</a:t>
            </a:r>
            <a:r>
              <a:rPr sz="1800" spc="-55" dirty="0">
                <a:latin typeface="Arial"/>
                <a:cs typeface="Arial"/>
              </a:rPr>
              <a:t> </a:t>
            </a:r>
            <a:r>
              <a:rPr sz="1800" dirty="0">
                <a:latin typeface="Arial"/>
                <a:cs typeface="Arial"/>
              </a:rPr>
              <a:t>JOIN</a:t>
            </a:r>
            <a:r>
              <a:rPr sz="1800" spc="-20" dirty="0">
                <a:latin typeface="Arial"/>
                <a:cs typeface="Arial"/>
              </a:rPr>
              <a:t> </a:t>
            </a:r>
            <a:r>
              <a:rPr sz="1800" spc="-10" dirty="0">
                <a:latin typeface="Arial"/>
                <a:cs typeface="Arial"/>
              </a:rPr>
              <a:t>foods</a:t>
            </a:r>
            <a:endParaRPr sz="1800">
              <a:latin typeface="Arial"/>
              <a:cs typeface="Arial"/>
            </a:endParaRPr>
          </a:p>
          <a:p>
            <a:pPr marL="27305">
              <a:lnSpc>
                <a:spcPct val="100000"/>
              </a:lnSpc>
            </a:pPr>
            <a:r>
              <a:rPr sz="1800" b="1" dirty="0">
                <a:latin typeface="Arial"/>
                <a:cs typeface="Arial"/>
              </a:rPr>
              <a:t>ON</a:t>
            </a:r>
            <a:r>
              <a:rPr sz="1800" b="1" spc="-15" dirty="0">
                <a:latin typeface="Arial"/>
                <a:cs typeface="Arial"/>
              </a:rPr>
              <a:t> </a:t>
            </a:r>
            <a:r>
              <a:rPr sz="1800" spc="-10" dirty="0">
                <a:latin typeface="Arial"/>
                <a:cs typeface="Arial"/>
              </a:rPr>
              <a:t>company.company_id </a:t>
            </a:r>
            <a:r>
              <a:rPr sz="1800" dirty="0">
                <a:latin typeface="Arial"/>
                <a:cs typeface="Arial"/>
              </a:rPr>
              <a:t>=</a:t>
            </a:r>
            <a:r>
              <a:rPr sz="1800" spc="-5" dirty="0">
                <a:latin typeface="Arial"/>
                <a:cs typeface="Arial"/>
              </a:rPr>
              <a:t> </a:t>
            </a:r>
            <a:r>
              <a:rPr sz="1800" spc="-10" dirty="0">
                <a:latin typeface="Arial"/>
                <a:cs typeface="Arial"/>
              </a:rPr>
              <a:t>foods.company_id;</a:t>
            </a:r>
            <a:endParaRPr sz="1800">
              <a:latin typeface="Arial"/>
              <a:cs typeface="Arial"/>
            </a:endParaRPr>
          </a:p>
          <a:p>
            <a:pPr marL="12700">
              <a:lnSpc>
                <a:spcPct val="100000"/>
              </a:lnSpc>
              <a:spcBef>
                <a:spcPts val="1245"/>
              </a:spcBef>
            </a:pPr>
            <a:r>
              <a:rPr sz="1800" b="1" spc="-10" dirty="0">
                <a:latin typeface="Arial"/>
                <a:cs typeface="Arial"/>
              </a:rPr>
              <a:t>RESULT:</a:t>
            </a:r>
            <a:endParaRPr sz="1800">
              <a:latin typeface="Arial"/>
              <a:cs typeface="Arial"/>
            </a:endParaRPr>
          </a:p>
        </p:txBody>
      </p:sp>
      <p:sp>
        <p:nvSpPr>
          <p:cNvPr id="4" name="object 4"/>
          <p:cNvSpPr/>
          <p:nvPr/>
        </p:nvSpPr>
        <p:spPr>
          <a:xfrm>
            <a:off x="0" y="4361166"/>
            <a:ext cx="9126220" cy="2496820"/>
          </a:xfrm>
          <a:custGeom>
            <a:avLst/>
            <a:gdLst/>
            <a:ahLst/>
            <a:cxnLst/>
            <a:rect l="l" t="t" r="r" b="b"/>
            <a:pathLst>
              <a:path w="9126220" h="2496820">
                <a:moveTo>
                  <a:pt x="9126206" y="2496819"/>
                </a:moveTo>
                <a:lnTo>
                  <a:pt x="0" y="2496819"/>
                </a:lnTo>
                <a:lnTo>
                  <a:pt x="0" y="0"/>
                </a:lnTo>
                <a:lnTo>
                  <a:pt x="9126206" y="0"/>
                </a:lnTo>
                <a:lnTo>
                  <a:pt x="9126206" y="2496819"/>
                </a:lnTo>
                <a:close/>
              </a:path>
            </a:pathLst>
          </a:custGeom>
          <a:solidFill>
            <a:srgbClr val="B8D4F9"/>
          </a:solidFill>
        </p:spPr>
        <p:txBody>
          <a:bodyPr wrap="square" lIns="0" tIns="0" rIns="0" bIns="0" rtlCol="0"/>
          <a:lstStyle/>
          <a:p>
            <a:endParaRPr/>
          </a:p>
        </p:txBody>
      </p:sp>
      <p:sp>
        <p:nvSpPr>
          <p:cNvPr id="5" name="object 5"/>
          <p:cNvSpPr txBox="1"/>
          <p:nvPr/>
        </p:nvSpPr>
        <p:spPr>
          <a:xfrm>
            <a:off x="562608" y="4379462"/>
            <a:ext cx="1196975" cy="238760"/>
          </a:xfrm>
          <a:prstGeom prst="rect">
            <a:avLst/>
          </a:prstGeom>
        </p:spPr>
        <p:txBody>
          <a:bodyPr vert="horz" wrap="square" lIns="0" tIns="12700" rIns="0" bIns="0" rtlCol="0">
            <a:spAutoFit/>
          </a:bodyPr>
          <a:lstStyle/>
          <a:p>
            <a:pPr marL="12700">
              <a:lnSpc>
                <a:spcPct val="100000"/>
              </a:lnSpc>
              <a:spcBef>
                <a:spcPts val="100"/>
              </a:spcBef>
            </a:pPr>
            <a:r>
              <a:rPr sz="1400" b="1" spc="-10" dirty="0">
                <a:latin typeface="Arial"/>
                <a:cs typeface="Arial"/>
              </a:rPr>
              <a:t>COMPANY_ID</a:t>
            </a:r>
            <a:endParaRPr sz="1400">
              <a:latin typeface="Arial"/>
              <a:cs typeface="Arial"/>
            </a:endParaRPr>
          </a:p>
        </p:txBody>
      </p:sp>
      <p:sp>
        <p:nvSpPr>
          <p:cNvPr id="6" name="object 6"/>
          <p:cNvSpPr txBox="1"/>
          <p:nvPr/>
        </p:nvSpPr>
        <p:spPr>
          <a:xfrm>
            <a:off x="2451723" y="4379462"/>
            <a:ext cx="1541780" cy="238760"/>
          </a:xfrm>
          <a:prstGeom prst="rect">
            <a:avLst/>
          </a:prstGeom>
        </p:spPr>
        <p:txBody>
          <a:bodyPr vert="horz" wrap="square" lIns="0" tIns="12700" rIns="0" bIns="0" rtlCol="0">
            <a:spAutoFit/>
          </a:bodyPr>
          <a:lstStyle/>
          <a:p>
            <a:pPr marL="12700">
              <a:lnSpc>
                <a:spcPct val="100000"/>
              </a:lnSpc>
              <a:spcBef>
                <a:spcPts val="100"/>
              </a:spcBef>
            </a:pPr>
            <a:r>
              <a:rPr sz="1400" b="1" spc="-10" dirty="0">
                <a:latin typeface="Arial"/>
                <a:cs typeface="Arial"/>
              </a:rPr>
              <a:t>COMPANY_NAME</a:t>
            </a:r>
            <a:endParaRPr sz="1400">
              <a:latin typeface="Arial"/>
              <a:cs typeface="Arial"/>
            </a:endParaRPr>
          </a:p>
        </p:txBody>
      </p:sp>
      <p:sp>
        <p:nvSpPr>
          <p:cNvPr id="7" name="object 7"/>
          <p:cNvSpPr txBox="1"/>
          <p:nvPr/>
        </p:nvSpPr>
        <p:spPr>
          <a:xfrm>
            <a:off x="4132565" y="4379462"/>
            <a:ext cx="1423035" cy="238760"/>
          </a:xfrm>
          <a:prstGeom prst="rect">
            <a:avLst/>
          </a:prstGeom>
        </p:spPr>
        <p:txBody>
          <a:bodyPr vert="horz" wrap="square" lIns="0" tIns="12700" rIns="0" bIns="0" rtlCol="0">
            <a:spAutoFit/>
          </a:bodyPr>
          <a:lstStyle/>
          <a:p>
            <a:pPr marL="12700">
              <a:lnSpc>
                <a:spcPct val="100000"/>
              </a:lnSpc>
              <a:spcBef>
                <a:spcPts val="100"/>
              </a:spcBef>
            </a:pPr>
            <a:r>
              <a:rPr sz="1400" b="1" spc="-10" dirty="0">
                <a:latin typeface="Arial"/>
                <a:cs typeface="Arial"/>
              </a:rPr>
              <a:t>COMPANY_CITY</a:t>
            </a:r>
            <a:endParaRPr sz="1400">
              <a:latin typeface="Arial"/>
              <a:cs typeface="Arial"/>
            </a:endParaRPr>
          </a:p>
        </p:txBody>
      </p:sp>
      <p:sp>
        <p:nvSpPr>
          <p:cNvPr id="8" name="object 8"/>
          <p:cNvSpPr txBox="1"/>
          <p:nvPr/>
        </p:nvSpPr>
        <p:spPr>
          <a:xfrm>
            <a:off x="6348703" y="4379462"/>
            <a:ext cx="1196975" cy="238760"/>
          </a:xfrm>
          <a:prstGeom prst="rect">
            <a:avLst/>
          </a:prstGeom>
        </p:spPr>
        <p:txBody>
          <a:bodyPr vert="horz" wrap="square" lIns="0" tIns="12700" rIns="0" bIns="0" rtlCol="0">
            <a:spAutoFit/>
          </a:bodyPr>
          <a:lstStyle/>
          <a:p>
            <a:pPr marL="12700">
              <a:lnSpc>
                <a:spcPct val="100000"/>
              </a:lnSpc>
              <a:spcBef>
                <a:spcPts val="100"/>
              </a:spcBef>
            </a:pPr>
            <a:r>
              <a:rPr sz="1400" b="1" spc="-10" dirty="0">
                <a:latin typeface="Arial"/>
                <a:cs typeface="Arial"/>
              </a:rPr>
              <a:t>COMPANY_ID</a:t>
            </a:r>
            <a:endParaRPr sz="1400">
              <a:latin typeface="Arial"/>
              <a:cs typeface="Arial"/>
            </a:endParaRPr>
          </a:p>
        </p:txBody>
      </p:sp>
      <p:sp>
        <p:nvSpPr>
          <p:cNvPr id="9" name="object 9"/>
          <p:cNvSpPr txBox="1"/>
          <p:nvPr/>
        </p:nvSpPr>
        <p:spPr>
          <a:xfrm>
            <a:off x="7837767" y="4379462"/>
            <a:ext cx="1071245" cy="238760"/>
          </a:xfrm>
          <a:prstGeom prst="rect">
            <a:avLst/>
          </a:prstGeom>
        </p:spPr>
        <p:txBody>
          <a:bodyPr vert="horz" wrap="square" lIns="0" tIns="12700" rIns="0" bIns="0" rtlCol="0">
            <a:spAutoFit/>
          </a:bodyPr>
          <a:lstStyle/>
          <a:p>
            <a:pPr marL="12700">
              <a:lnSpc>
                <a:spcPct val="100000"/>
              </a:lnSpc>
              <a:spcBef>
                <a:spcPts val="100"/>
              </a:spcBef>
            </a:pPr>
            <a:r>
              <a:rPr sz="1400" b="1" spc="-10" dirty="0">
                <a:latin typeface="Arial"/>
                <a:cs typeface="Arial"/>
              </a:rPr>
              <a:t>ITEM_NAME</a:t>
            </a:r>
            <a:endParaRPr sz="1400">
              <a:latin typeface="Arial"/>
              <a:cs typeface="Arial"/>
            </a:endParaRPr>
          </a:p>
        </p:txBody>
      </p:sp>
      <p:graphicFrame>
        <p:nvGraphicFramePr>
          <p:cNvPr id="10" name="object 10"/>
          <p:cNvGraphicFramePr>
            <a:graphicFrameLocks noGrp="1"/>
          </p:cNvGraphicFramePr>
          <p:nvPr/>
        </p:nvGraphicFramePr>
        <p:xfrm>
          <a:off x="538808" y="4789640"/>
          <a:ext cx="8503282" cy="2030095"/>
        </p:xfrm>
        <a:graphic>
          <a:graphicData uri="http://schemas.openxmlformats.org/drawingml/2006/table">
            <a:tbl>
              <a:tblPr firstRow="1" bandRow="1">
                <a:tableStyleId>{2D5ABB26-0587-4C30-8999-92F81FD0307C}</a:tableStyleId>
              </a:tblPr>
              <a:tblGrid>
                <a:gridCol w="1480185">
                  <a:extLst>
                    <a:ext uri="{9D8B030D-6E8A-4147-A177-3AD203B41FA5}">
                      <a16:colId xmlns:a16="http://schemas.microsoft.com/office/drawing/2014/main" val="20000"/>
                    </a:ext>
                  </a:extLst>
                </a:gridCol>
                <a:gridCol w="2404110">
                  <a:extLst>
                    <a:ext uri="{9D8B030D-6E8A-4147-A177-3AD203B41FA5}">
                      <a16:colId xmlns:a16="http://schemas.microsoft.com/office/drawing/2014/main" val="20001"/>
                    </a:ext>
                  </a:extLst>
                </a:gridCol>
                <a:gridCol w="1843404">
                  <a:extLst>
                    <a:ext uri="{9D8B030D-6E8A-4147-A177-3AD203B41FA5}">
                      <a16:colId xmlns:a16="http://schemas.microsoft.com/office/drawing/2014/main" val="20002"/>
                    </a:ext>
                  </a:extLst>
                </a:gridCol>
                <a:gridCol w="1144904">
                  <a:extLst>
                    <a:ext uri="{9D8B030D-6E8A-4147-A177-3AD203B41FA5}">
                      <a16:colId xmlns:a16="http://schemas.microsoft.com/office/drawing/2014/main" val="20003"/>
                    </a:ext>
                  </a:extLst>
                </a:gridCol>
                <a:gridCol w="1630679">
                  <a:extLst>
                    <a:ext uri="{9D8B030D-6E8A-4147-A177-3AD203B41FA5}">
                      <a16:colId xmlns:a16="http://schemas.microsoft.com/office/drawing/2014/main" val="20004"/>
                    </a:ext>
                  </a:extLst>
                </a:gridCol>
              </a:tblGrid>
              <a:tr h="387985">
                <a:tc>
                  <a:txBody>
                    <a:bodyPr/>
                    <a:lstStyle/>
                    <a:p>
                      <a:pPr marL="493395">
                        <a:lnSpc>
                          <a:spcPct val="100000"/>
                        </a:lnSpc>
                        <a:spcBef>
                          <a:spcPts val="750"/>
                        </a:spcBef>
                      </a:pPr>
                      <a:r>
                        <a:rPr sz="1800" spc="-25" dirty="0">
                          <a:latin typeface="Arial"/>
                          <a:cs typeface="Arial"/>
                        </a:rPr>
                        <a:t>16</a:t>
                      </a:r>
                      <a:endParaRPr sz="1800">
                        <a:latin typeface="Arial"/>
                        <a:cs typeface="Arial"/>
                      </a:endParaRPr>
                    </a:p>
                  </a:txBody>
                  <a:tcPr marL="0" marR="0" marT="95250" marB="0">
                    <a:lnT w="28575">
                      <a:solidFill>
                        <a:srgbClr val="000000"/>
                      </a:solidFill>
                      <a:prstDash val="solid"/>
                    </a:lnT>
                    <a:solidFill>
                      <a:srgbClr val="B8D4F9"/>
                    </a:solidFill>
                  </a:tcPr>
                </a:tc>
                <a:tc>
                  <a:txBody>
                    <a:bodyPr/>
                    <a:lstStyle/>
                    <a:p>
                      <a:pPr marL="732155">
                        <a:lnSpc>
                          <a:spcPct val="100000"/>
                        </a:lnSpc>
                        <a:spcBef>
                          <a:spcPts val="750"/>
                        </a:spcBef>
                      </a:pPr>
                      <a:r>
                        <a:rPr sz="1800" dirty="0">
                          <a:latin typeface="Arial"/>
                          <a:cs typeface="Arial"/>
                        </a:rPr>
                        <a:t>Akas</a:t>
                      </a:r>
                      <a:r>
                        <a:rPr sz="1800" spc="-5" dirty="0">
                          <a:latin typeface="Arial"/>
                          <a:cs typeface="Arial"/>
                        </a:rPr>
                        <a:t> </a:t>
                      </a:r>
                      <a:r>
                        <a:rPr sz="1800" spc="-10" dirty="0">
                          <a:latin typeface="Arial"/>
                          <a:cs typeface="Arial"/>
                        </a:rPr>
                        <a:t>Foods</a:t>
                      </a:r>
                      <a:endParaRPr sz="1800">
                        <a:latin typeface="Arial"/>
                        <a:cs typeface="Arial"/>
                      </a:endParaRPr>
                    </a:p>
                  </a:txBody>
                  <a:tcPr marL="0" marR="0" marT="95250" marB="0">
                    <a:lnT w="28575">
                      <a:solidFill>
                        <a:srgbClr val="000000"/>
                      </a:solidFill>
                      <a:prstDash val="solid"/>
                    </a:lnT>
                    <a:solidFill>
                      <a:srgbClr val="B8D4F9"/>
                    </a:solidFill>
                  </a:tcPr>
                </a:tc>
                <a:tc>
                  <a:txBody>
                    <a:bodyPr/>
                    <a:lstStyle/>
                    <a:p>
                      <a:pPr marL="552450">
                        <a:lnSpc>
                          <a:spcPct val="100000"/>
                        </a:lnSpc>
                        <a:spcBef>
                          <a:spcPts val="750"/>
                        </a:spcBef>
                      </a:pPr>
                      <a:r>
                        <a:rPr sz="1800" spc="-10" dirty="0">
                          <a:latin typeface="Arial"/>
                          <a:cs typeface="Arial"/>
                        </a:rPr>
                        <a:t>Delhi</a:t>
                      </a:r>
                      <a:endParaRPr sz="1800">
                        <a:latin typeface="Arial"/>
                        <a:cs typeface="Arial"/>
                      </a:endParaRPr>
                    </a:p>
                  </a:txBody>
                  <a:tcPr marL="0" marR="0" marT="95250" marB="0">
                    <a:lnT w="28575">
                      <a:solidFill>
                        <a:srgbClr val="000000"/>
                      </a:solidFill>
                      <a:prstDash val="solid"/>
                    </a:lnT>
                    <a:solidFill>
                      <a:srgbClr val="B8D4F9"/>
                    </a:solidFill>
                  </a:tcPr>
                </a:tc>
                <a:tc>
                  <a:txBody>
                    <a:bodyPr/>
                    <a:lstStyle/>
                    <a:p>
                      <a:pPr marL="501650">
                        <a:lnSpc>
                          <a:spcPct val="100000"/>
                        </a:lnSpc>
                        <a:spcBef>
                          <a:spcPts val="750"/>
                        </a:spcBef>
                      </a:pPr>
                      <a:r>
                        <a:rPr sz="1800" spc="-25" dirty="0">
                          <a:latin typeface="Arial"/>
                          <a:cs typeface="Arial"/>
                        </a:rPr>
                        <a:t>16</a:t>
                      </a:r>
                      <a:endParaRPr sz="1800">
                        <a:latin typeface="Arial"/>
                        <a:cs typeface="Arial"/>
                      </a:endParaRPr>
                    </a:p>
                  </a:txBody>
                  <a:tcPr marL="0" marR="0" marT="95250" marB="0">
                    <a:lnT w="28575">
                      <a:solidFill>
                        <a:srgbClr val="000000"/>
                      </a:solidFill>
                      <a:prstDash val="solid"/>
                    </a:lnT>
                    <a:solidFill>
                      <a:srgbClr val="B8D4F9"/>
                    </a:solidFill>
                  </a:tcPr>
                </a:tc>
                <a:tc>
                  <a:txBody>
                    <a:bodyPr/>
                    <a:lstStyle/>
                    <a:p>
                      <a:pPr marL="309880">
                        <a:lnSpc>
                          <a:spcPct val="100000"/>
                        </a:lnSpc>
                        <a:spcBef>
                          <a:spcPts val="750"/>
                        </a:spcBef>
                      </a:pPr>
                      <a:r>
                        <a:rPr sz="1800" dirty="0">
                          <a:latin typeface="Arial"/>
                          <a:cs typeface="Arial"/>
                        </a:rPr>
                        <a:t>Chex</a:t>
                      </a:r>
                      <a:r>
                        <a:rPr sz="1800" spc="-5" dirty="0">
                          <a:latin typeface="Arial"/>
                          <a:cs typeface="Arial"/>
                        </a:rPr>
                        <a:t> </a:t>
                      </a:r>
                      <a:r>
                        <a:rPr sz="1800" spc="-25" dirty="0">
                          <a:latin typeface="Arial"/>
                          <a:cs typeface="Arial"/>
                        </a:rPr>
                        <a:t>Mix</a:t>
                      </a:r>
                      <a:endParaRPr sz="1800">
                        <a:latin typeface="Arial"/>
                        <a:cs typeface="Arial"/>
                      </a:endParaRPr>
                    </a:p>
                  </a:txBody>
                  <a:tcPr marL="0" marR="0" marT="95250" marB="0">
                    <a:lnT w="28575">
                      <a:solidFill>
                        <a:srgbClr val="000000"/>
                      </a:solidFill>
                      <a:prstDash val="solid"/>
                    </a:lnT>
                    <a:solidFill>
                      <a:srgbClr val="B8D4F9"/>
                    </a:solidFill>
                  </a:tcPr>
                </a:tc>
                <a:extLst>
                  <a:ext uri="{0D108BD9-81ED-4DB2-BD59-A6C34878D82A}">
                    <a16:rowId xmlns:a16="http://schemas.microsoft.com/office/drawing/2014/main" val="10000"/>
                  </a:ext>
                </a:extLst>
              </a:tr>
              <a:tr h="280035">
                <a:tc>
                  <a:txBody>
                    <a:bodyPr/>
                    <a:lstStyle/>
                    <a:p>
                      <a:pPr marL="493395">
                        <a:lnSpc>
                          <a:spcPts val="2110"/>
                        </a:lnSpc>
                      </a:pPr>
                      <a:r>
                        <a:rPr sz="1800" spc="-25" dirty="0">
                          <a:latin typeface="Arial"/>
                          <a:cs typeface="Arial"/>
                        </a:rPr>
                        <a:t>15</a:t>
                      </a:r>
                      <a:endParaRPr sz="1800">
                        <a:latin typeface="Arial"/>
                        <a:cs typeface="Arial"/>
                      </a:endParaRPr>
                    </a:p>
                  </a:txBody>
                  <a:tcPr marL="0" marR="0" marT="0" marB="0">
                    <a:solidFill>
                      <a:srgbClr val="B8D4F9"/>
                    </a:solidFill>
                  </a:tcPr>
                </a:tc>
                <a:tc>
                  <a:txBody>
                    <a:bodyPr/>
                    <a:lstStyle/>
                    <a:p>
                      <a:pPr marL="732155">
                        <a:lnSpc>
                          <a:spcPts val="2110"/>
                        </a:lnSpc>
                      </a:pPr>
                      <a:r>
                        <a:rPr sz="1800" dirty="0">
                          <a:latin typeface="Arial"/>
                          <a:cs typeface="Arial"/>
                        </a:rPr>
                        <a:t>Jack</a:t>
                      </a:r>
                      <a:r>
                        <a:rPr sz="1800" spc="-25" dirty="0">
                          <a:latin typeface="Arial"/>
                          <a:cs typeface="Arial"/>
                        </a:rPr>
                        <a:t> </a:t>
                      </a:r>
                      <a:r>
                        <a:rPr sz="1800" dirty="0">
                          <a:latin typeface="Arial"/>
                          <a:cs typeface="Arial"/>
                        </a:rPr>
                        <a:t>Hill</a:t>
                      </a:r>
                      <a:r>
                        <a:rPr sz="1800" spc="-25" dirty="0">
                          <a:latin typeface="Arial"/>
                          <a:cs typeface="Arial"/>
                        </a:rPr>
                        <a:t> Ltd</a:t>
                      </a:r>
                      <a:endParaRPr sz="1800">
                        <a:latin typeface="Arial"/>
                        <a:cs typeface="Arial"/>
                      </a:endParaRPr>
                    </a:p>
                  </a:txBody>
                  <a:tcPr marL="0" marR="0" marT="0" marB="0">
                    <a:solidFill>
                      <a:srgbClr val="B8D4F9"/>
                    </a:solidFill>
                  </a:tcPr>
                </a:tc>
                <a:tc>
                  <a:txBody>
                    <a:bodyPr/>
                    <a:lstStyle/>
                    <a:p>
                      <a:pPr marL="387350">
                        <a:lnSpc>
                          <a:spcPts val="2110"/>
                        </a:lnSpc>
                      </a:pPr>
                      <a:r>
                        <a:rPr sz="1800" spc="-10" dirty="0">
                          <a:latin typeface="Arial"/>
                          <a:cs typeface="Arial"/>
                        </a:rPr>
                        <a:t>London</a:t>
                      </a:r>
                      <a:endParaRPr sz="1800">
                        <a:latin typeface="Arial"/>
                        <a:cs typeface="Arial"/>
                      </a:endParaRPr>
                    </a:p>
                  </a:txBody>
                  <a:tcPr marL="0" marR="0" marT="0" marB="0">
                    <a:solidFill>
                      <a:srgbClr val="B8D4F9"/>
                    </a:solidFill>
                  </a:tcPr>
                </a:tc>
                <a:tc>
                  <a:txBody>
                    <a:bodyPr/>
                    <a:lstStyle/>
                    <a:p>
                      <a:pPr marL="513715">
                        <a:lnSpc>
                          <a:spcPts val="2110"/>
                        </a:lnSpc>
                      </a:pPr>
                      <a:r>
                        <a:rPr sz="1800" spc="-25" dirty="0">
                          <a:latin typeface="Arial"/>
                          <a:cs typeface="Arial"/>
                        </a:rPr>
                        <a:t>15</a:t>
                      </a:r>
                      <a:endParaRPr sz="1800">
                        <a:latin typeface="Arial"/>
                        <a:cs typeface="Arial"/>
                      </a:endParaRPr>
                    </a:p>
                  </a:txBody>
                  <a:tcPr marL="0" marR="0" marT="0" marB="0">
                    <a:solidFill>
                      <a:srgbClr val="B8D4F9"/>
                    </a:solidFill>
                  </a:tcPr>
                </a:tc>
                <a:tc>
                  <a:txBody>
                    <a:bodyPr/>
                    <a:lstStyle/>
                    <a:p>
                      <a:pPr marL="323215">
                        <a:lnSpc>
                          <a:spcPts val="2110"/>
                        </a:lnSpc>
                      </a:pPr>
                      <a:r>
                        <a:rPr sz="1800" spc="-10" dirty="0">
                          <a:latin typeface="Arial"/>
                          <a:cs typeface="Arial"/>
                        </a:rPr>
                        <a:t>Cheez-</a:t>
                      </a:r>
                      <a:r>
                        <a:rPr sz="1800" spc="-35" dirty="0">
                          <a:latin typeface="Arial"/>
                          <a:cs typeface="Arial"/>
                        </a:rPr>
                        <a:t>It</a:t>
                      </a:r>
                      <a:endParaRPr sz="1800">
                        <a:latin typeface="Arial"/>
                        <a:cs typeface="Arial"/>
                      </a:endParaRPr>
                    </a:p>
                  </a:txBody>
                  <a:tcPr marL="0" marR="0" marT="0" marB="0">
                    <a:solidFill>
                      <a:srgbClr val="B8D4F9"/>
                    </a:solidFill>
                  </a:tcPr>
                </a:tc>
                <a:extLst>
                  <a:ext uri="{0D108BD9-81ED-4DB2-BD59-A6C34878D82A}">
                    <a16:rowId xmlns:a16="http://schemas.microsoft.com/office/drawing/2014/main" val="10001"/>
                  </a:ext>
                </a:extLst>
              </a:tr>
              <a:tr h="274320">
                <a:tc>
                  <a:txBody>
                    <a:bodyPr/>
                    <a:lstStyle/>
                    <a:p>
                      <a:pPr marL="493395">
                        <a:lnSpc>
                          <a:spcPts val="2060"/>
                        </a:lnSpc>
                      </a:pPr>
                      <a:r>
                        <a:rPr sz="1800" spc="-25" dirty="0">
                          <a:latin typeface="Arial"/>
                          <a:cs typeface="Arial"/>
                        </a:rPr>
                        <a:t>15</a:t>
                      </a:r>
                      <a:endParaRPr sz="1800">
                        <a:latin typeface="Arial"/>
                        <a:cs typeface="Arial"/>
                      </a:endParaRPr>
                    </a:p>
                  </a:txBody>
                  <a:tcPr marL="0" marR="0" marT="0" marB="0">
                    <a:solidFill>
                      <a:srgbClr val="B8D4F9"/>
                    </a:solidFill>
                  </a:tcPr>
                </a:tc>
                <a:tc>
                  <a:txBody>
                    <a:bodyPr/>
                    <a:lstStyle/>
                    <a:p>
                      <a:pPr marL="796290">
                        <a:lnSpc>
                          <a:spcPts val="2060"/>
                        </a:lnSpc>
                      </a:pPr>
                      <a:r>
                        <a:rPr sz="1800" dirty="0">
                          <a:latin typeface="Arial"/>
                          <a:cs typeface="Arial"/>
                        </a:rPr>
                        <a:t>Jack</a:t>
                      </a:r>
                      <a:r>
                        <a:rPr sz="1800" spc="-25" dirty="0">
                          <a:latin typeface="Arial"/>
                          <a:cs typeface="Arial"/>
                        </a:rPr>
                        <a:t> </a:t>
                      </a:r>
                      <a:r>
                        <a:rPr sz="1800" dirty="0">
                          <a:latin typeface="Arial"/>
                          <a:cs typeface="Arial"/>
                        </a:rPr>
                        <a:t>Hill</a:t>
                      </a:r>
                      <a:r>
                        <a:rPr sz="1800" spc="-25" dirty="0">
                          <a:latin typeface="Arial"/>
                          <a:cs typeface="Arial"/>
                        </a:rPr>
                        <a:t> Ltd</a:t>
                      </a:r>
                      <a:endParaRPr sz="1800">
                        <a:latin typeface="Arial"/>
                        <a:cs typeface="Arial"/>
                      </a:endParaRPr>
                    </a:p>
                  </a:txBody>
                  <a:tcPr marL="0" marR="0" marT="0" marB="0">
                    <a:solidFill>
                      <a:srgbClr val="B8D4F9"/>
                    </a:solidFill>
                  </a:tcPr>
                </a:tc>
                <a:tc>
                  <a:txBody>
                    <a:bodyPr/>
                    <a:lstStyle/>
                    <a:p>
                      <a:pPr marL="449580">
                        <a:lnSpc>
                          <a:spcPts val="2060"/>
                        </a:lnSpc>
                      </a:pPr>
                      <a:r>
                        <a:rPr sz="1800" spc="-10" dirty="0">
                          <a:latin typeface="Arial"/>
                          <a:cs typeface="Arial"/>
                        </a:rPr>
                        <a:t>London</a:t>
                      </a:r>
                      <a:endParaRPr sz="1800">
                        <a:latin typeface="Arial"/>
                        <a:cs typeface="Arial"/>
                      </a:endParaRPr>
                    </a:p>
                  </a:txBody>
                  <a:tcPr marL="0" marR="0" marT="0" marB="0">
                    <a:solidFill>
                      <a:srgbClr val="B8D4F9"/>
                    </a:solidFill>
                  </a:tcPr>
                </a:tc>
                <a:tc>
                  <a:txBody>
                    <a:bodyPr/>
                    <a:lstStyle/>
                    <a:p>
                      <a:pPr marL="513080">
                        <a:lnSpc>
                          <a:spcPts val="2060"/>
                        </a:lnSpc>
                      </a:pPr>
                      <a:r>
                        <a:rPr sz="1800" spc="-25" dirty="0">
                          <a:latin typeface="Arial"/>
                          <a:cs typeface="Arial"/>
                        </a:rPr>
                        <a:t>15</a:t>
                      </a:r>
                      <a:endParaRPr sz="1800">
                        <a:latin typeface="Arial"/>
                        <a:cs typeface="Arial"/>
                      </a:endParaRPr>
                    </a:p>
                  </a:txBody>
                  <a:tcPr marL="0" marR="0" marT="0" marB="0">
                    <a:solidFill>
                      <a:srgbClr val="B8D4F9"/>
                    </a:solidFill>
                  </a:tcPr>
                </a:tc>
                <a:tc>
                  <a:txBody>
                    <a:bodyPr/>
                    <a:lstStyle/>
                    <a:p>
                      <a:pPr marL="322580">
                        <a:lnSpc>
                          <a:spcPts val="2060"/>
                        </a:lnSpc>
                      </a:pPr>
                      <a:r>
                        <a:rPr sz="1800" dirty="0">
                          <a:latin typeface="Arial"/>
                          <a:cs typeface="Arial"/>
                        </a:rPr>
                        <a:t>BN</a:t>
                      </a:r>
                      <a:r>
                        <a:rPr sz="1800" spc="-10" dirty="0">
                          <a:latin typeface="Arial"/>
                          <a:cs typeface="Arial"/>
                        </a:rPr>
                        <a:t> Biscuit</a:t>
                      </a:r>
                      <a:endParaRPr sz="1800">
                        <a:latin typeface="Arial"/>
                        <a:cs typeface="Arial"/>
                      </a:endParaRPr>
                    </a:p>
                  </a:txBody>
                  <a:tcPr marL="0" marR="0" marT="0" marB="0">
                    <a:solidFill>
                      <a:srgbClr val="B8D4F9"/>
                    </a:solidFill>
                  </a:tcPr>
                </a:tc>
                <a:extLst>
                  <a:ext uri="{0D108BD9-81ED-4DB2-BD59-A6C34878D82A}">
                    <a16:rowId xmlns:a16="http://schemas.microsoft.com/office/drawing/2014/main" val="10002"/>
                  </a:ext>
                </a:extLst>
              </a:tr>
              <a:tr h="274320">
                <a:tc>
                  <a:txBody>
                    <a:bodyPr/>
                    <a:lstStyle/>
                    <a:p>
                      <a:pPr marL="493395">
                        <a:lnSpc>
                          <a:spcPts val="2060"/>
                        </a:lnSpc>
                      </a:pPr>
                      <a:r>
                        <a:rPr sz="1800" spc="-25" dirty="0">
                          <a:latin typeface="Arial"/>
                          <a:cs typeface="Arial"/>
                        </a:rPr>
                        <a:t>17</a:t>
                      </a:r>
                      <a:endParaRPr sz="1800">
                        <a:latin typeface="Arial"/>
                        <a:cs typeface="Arial"/>
                      </a:endParaRPr>
                    </a:p>
                  </a:txBody>
                  <a:tcPr marL="0" marR="0" marT="0" marB="0">
                    <a:solidFill>
                      <a:srgbClr val="B8D4F9"/>
                    </a:solidFill>
                  </a:tcPr>
                </a:tc>
                <a:tc>
                  <a:txBody>
                    <a:bodyPr/>
                    <a:lstStyle/>
                    <a:p>
                      <a:pPr marL="796290">
                        <a:lnSpc>
                          <a:spcPts val="2060"/>
                        </a:lnSpc>
                      </a:pPr>
                      <a:r>
                        <a:rPr sz="1800" spc="-10" dirty="0">
                          <a:latin typeface="Arial"/>
                          <a:cs typeface="Arial"/>
                        </a:rPr>
                        <a:t>Foodies.</a:t>
                      </a:r>
                      <a:endParaRPr sz="1800">
                        <a:latin typeface="Arial"/>
                        <a:cs typeface="Arial"/>
                      </a:endParaRPr>
                    </a:p>
                  </a:txBody>
                  <a:tcPr marL="0" marR="0" marT="0" marB="0">
                    <a:solidFill>
                      <a:srgbClr val="B8D4F9"/>
                    </a:solidFill>
                  </a:tcPr>
                </a:tc>
                <a:tc>
                  <a:txBody>
                    <a:bodyPr/>
                    <a:lstStyle/>
                    <a:p>
                      <a:pPr marL="414655">
                        <a:lnSpc>
                          <a:spcPts val="2060"/>
                        </a:lnSpc>
                      </a:pPr>
                      <a:r>
                        <a:rPr sz="1800" spc="-10" dirty="0">
                          <a:latin typeface="Arial"/>
                          <a:cs typeface="Arial"/>
                        </a:rPr>
                        <a:t>London</a:t>
                      </a:r>
                      <a:endParaRPr sz="1800">
                        <a:latin typeface="Arial"/>
                        <a:cs typeface="Arial"/>
                      </a:endParaRPr>
                    </a:p>
                  </a:txBody>
                  <a:tcPr marL="0" marR="0" marT="0" marB="0">
                    <a:solidFill>
                      <a:srgbClr val="B8D4F9"/>
                    </a:solidFill>
                  </a:tcPr>
                </a:tc>
                <a:tc>
                  <a:txBody>
                    <a:bodyPr/>
                    <a:lstStyle/>
                    <a:p>
                      <a:pPr marR="341630" algn="r">
                        <a:lnSpc>
                          <a:spcPts val="2060"/>
                        </a:lnSpc>
                      </a:pPr>
                      <a:r>
                        <a:rPr sz="1800" spc="-25" dirty="0">
                          <a:latin typeface="Arial"/>
                          <a:cs typeface="Arial"/>
                        </a:rPr>
                        <a:t>17</a:t>
                      </a:r>
                      <a:endParaRPr sz="1800">
                        <a:latin typeface="Arial"/>
                        <a:cs typeface="Arial"/>
                      </a:endParaRPr>
                    </a:p>
                  </a:txBody>
                  <a:tcPr marL="0" marR="0" marT="0" marB="0">
                    <a:solidFill>
                      <a:srgbClr val="B8D4F9"/>
                    </a:solidFill>
                  </a:tcPr>
                </a:tc>
                <a:tc>
                  <a:txBody>
                    <a:bodyPr/>
                    <a:lstStyle/>
                    <a:p>
                      <a:pPr marL="350520">
                        <a:lnSpc>
                          <a:spcPts val="2060"/>
                        </a:lnSpc>
                      </a:pPr>
                      <a:r>
                        <a:rPr sz="1800" spc="-10" dirty="0">
                          <a:latin typeface="Arial"/>
                          <a:cs typeface="Arial"/>
                        </a:rPr>
                        <a:t>Mighty</a:t>
                      </a:r>
                      <a:endParaRPr sz="1800">
                        <a:latin typeface="Arial"/>
                        <a:cs typeface="Arial"/>
                      </a:endParaRPr>
                    </a:p>
                  </a:txBody>
                  <a:tcPr marL="0" marR="0" marT="0" marB="0">
                    <a:solidFill>
                      <a:srgbClr val="B8D4F9"/>
                    </a:solidFill>
                  </a:tcPr>
                </a:tc>
                <a:extLst>
                  <a:ext uri="{0D108BD9-81ED-4DB2-BD59-A6C34878D82A}">
                    <a16:rowId xmlns:a16="http://schemas.microsoft.com/office/drawing/2014/main" val="10003"/>
                  </a:ext>
                </a:extLst>
              </a:tr>
              <a:tr h="274320">
                <a:tc>
                  <a:txBody>
                    <a:bodyPr/>
                    <a:lstStyle/>
                    <a:p>
                      <a:pPr marL="493395">
                        <a:lnSpc>
                          <a:spcPts val="2060"/>
                        </a:lnSpc>
                      </a:pPr>
                      <a:r>
                        <a:rPr sz="1800" spc="-25" dirty="0">
                          <a:latin typeface="Arial"/>
                          <a:cs typeface="Arial"/>
                        </a:rPr>
                        <a:t>15</a:t>
                      </a:r>
                      <a:endParaRPr sz="1800">
                        <a:latin typeface="Arial"/>
                        <a:cs typeface="Arial"/>
                      </a:endParaRPr>
                    </a:p>
                  </a:txBody>
                  <a:tcPr marL="0" marR="0" marT="0" marB="0">
                    <a:solidFill>
                      <a:srgbClr val="B8D4F9"/>
                    </a:solidFill>
                  </a:tcPr>
                </a:tc>
                <a:tc>
                  <a:txBody>
                    <a:bodyPr/>
                    <a:lstStyle/>
                    <a:p>
                      <a:pPr marL="732155">
                        <a:lnSpc>
                          <a:spcPts val="2060"/>
                        </a:lnSpc>
                      </a:pPr>
                      <a:r>
                        <a:rPr sz="1800" dirty="0">
                          <a:latin typeface="Arial"/>
                          <a:cs typeface="Arial"/>
                        </a:rPr>
                        <a:t>Jack</a:t>
                      </a:r>
                      <a:r>
                        <a:rPr sz="1800" spc="-25" dirty="0">
                          <a:latin typeface="Arial"/>
                          <a:cs typeface="Arial"/>
                        </a:rPr>
                        <a:t> </a:t>
                      </a:r>
                      <a:r>
                        <a:rPr sz="1800" dirty="0">
                          <a:latin typeface="Arial"/>
                          <a:cs typeface="Arial"/>
                        </a:rPr>
                        <a:t>Hill</a:t>
                      </a:r>
                      <a:r>
                        <a:rPr sz="1800" spc="-25" dirty="0">
                          <a:latin typeface="Arial"/>
                          <a:cs typeface="Arial"/>
                        </a:rPr>
                        <a:t> Ltd</a:t>
                      </a:r>
                      <a:endParaRPr sz="1800">
                        <a:latin typeface="Arial"/>
                        <a:cs typeface="Arial"/>
                      </a:endParaRPr>
                    </a:p>
                  </a:txBody>
                  <a:tcPr marL="0" marR="0" marT="0" marB="0">
                    <a:solidFill>
                      <a:srgbClr val="B8D4F9"/>
                    </a:solidFill>
                  </a:tcPr>
                </a:tc>
                <a:tc>
                  <a:txBody>
                    <a:bodyPr/>
                    <a:lstStyle/>
                    <a:p>
                      <a:pPr marL="387350">
                        <a:lnSpc>
                          <a:spcPts val="2060"/>
                        </a:lnSpc>
                      </a:pPr>
                      <a:r>
                        <a:rPr sz="1800" spc="-10" dirty="0">
                          <a:latin typeface="Arial"/>
                          <a:cs typeface="Arial"/>
                        </a:rPr>
                        <a:t>London</a:t>
                      </a:r>
                      <a:endParaRPr sz="1800">
                        <a:latin typeface="Arial"/>
                        <a:cs typeface="Arial"/>
                      </a:endParaRPr>
                    </a:p>
                  </a:txBody>
                  <a:tcPr marL="0" marR="0" marT="0" marB="0">
                    <a:solidFill>
                      <a:srgbClr val="B8D4F9"/>
                    </a:solidFill>
                  </a:tcPr>
                </a:tc>
                <a:tc>
                  <a:txBody>
                    <a:bodyPr/>
                    <a:lstStyle/>
                    <a:p>
                      <a:pPr marR="304800" algn="r">
                        <a:lnSpc>
                          <a:spcPts val="2060"/>
                        </a:lnSpc>
                      </a:pPr>
                      <a:r>
                        <a:rPr sz="1800" spc="-25" dirty="0">
                          <a:latin typeface="Arial"/>
                          <a:cs typeface="Arial"/>
                        </a:rPr>
                        <a:t>15</a:t>
                      </a:r>
                      <a:endParaRPr sz="1800">
                        <a:latin typeface="Arial"/>
                        <a:cs typeface="Arial"/>
                      </a:endParaRPr>
                    </a:p>
                  </a:txBody>
                  <a:tcPr marL="0" marR="0" marT="0" marB="0">
                    <a:solidFill>
                      <a:srgbClr val="B8D4F9"/>
                    </a:solidFill>
                  </a:tcPr>
                </a:tc>
                <a:tc>
                  <a:txBody>
                    <a:bodyPr/>
                    <a:lstStyle/>
                    <a:p>
                      <a:pPr marL="386715">
                        <a:lnSpc>
                          <a:spcPts val="2060"/>
                        </a:lnSpc>
                      </a:pPr>
                      <a:r>
                        <a:rPr sz="1800" dirty="0">
                          <a:latin typeface="Arial"/>
                          <a:cs typeface="Arial"/>
                        </a:rPr>
                        <a:t>Pot</a:t>
                      </a:r>
                      <a:r>
                        <a:rPr sz="1800" spc="-25" dirty="0">
                          <a:latin typeface="Arial"/>
                          <a:cs typeface="Arial"/>
                        </a:rPr>
                        <a:t> </a:t>
                      </a:r>
                      <a:r>
                        <a:rPr sz="1800" spc="-20" dirty="0">
                          <a:latin typeface="Arial"/>
                          <a:cs typeface="Arial"/>
                        </a:rPr>
                        <a:t>Rice</a:t>
                      </a:r>
                      <a:endParaRPr sz="1800">
                        <a:latin typeface="Arial"/>
                        <a:cs typeface="Arial"/>
                      </a:endParaRPr>
                    </a:p>
                  </a:txBody>
                  <a:tcPr marL="0" marR="0" marT="0" marB="0">
                    <a:solidFill>
                      <a:srgbClr val="B8D4F9"/>
                    </a:solidFill>
                  </a:tcPr>
                </a:tc>
                <a:extLst>
                  <a:ext uri="{0D108BD9-81ED-4DB2-BD59-A6C34878D82A}">
                    <a16:rowId xmlns:a16="http://schemas.microsoft.com/office/drawing/2014/main" val="10004"/>
                  </a:ext>
                </a:extLst>
              </a:tr>
              <a:tr h="274320">
                <a:tc>
                  <a:txBody>
                    <a:bodyPr/>
                    <a:lstStyle/>
                    <a:p>
                      <a:pPr marL="493395">
                        <a:lnSpc>
                          <a:spcPts val="2060"/>
                        </a:lnSpc>
                      </a:pPr>
                      <a:r>
                        <a:rPr sz="1800" spc="-25" dirty="0">
                          <a:latin typeface="Arial"/>
                          <a:cs typeface="Arial"/>
                        </a:rPr>
                        <a:t>18</a:t>
                      </a:r>
                      <a:endParaRPr sz="1800">
                        <a:latin typeface="Arial"/>
                        <a:cs typeface="Arial"/>
                      </a:endParaRPr>
                    </a:p>
                  </a:txBody>
                  <a:tcPr marL="0" marR="0" marT="0" marB="0">
                    <a:solidFill>
                      <a:srgbClr val="B8D4F9"/>
                    </a:solidFill>
                  </a:tcPr>
                </a:tc>
                <a:tc>
                  <a:txBody>
                    <a:bodyPr/>
                    <a:lstStyle/>
                    <a:p>
                      <a:pPr marL="796290">
                        <a:lnSpc>
                          <a:spcPts val="2060"/>
                        </a:lnSpc>
                      </a:pPr>
                      <a:r>
                        <a:rPr sz="1800" dirty="0">
                          <a:latin typeface="Arial"/>
                          <a:cs typeface="Arial"/>
                        </a:rPr>
                        <a:t>Order</a:t>
                      </a:r>
                      <a:r>
                        <a:rPr sz="1800" spc="-105" dirty="0">
                          <a:latin typeface="Arial"/>
                          <a:cs typeface="Arial"/>
                        </a:rPr>
                        <a:t> </a:t>
                      </a:r>
                      <a:r>
                        <a:rPr sz="1800" spc="-25" dirty="0">
                          <a:latin typeface="Arial"/>
                          <a:cs typeface="Arial"/>
                        </a:rPr>
                        <a:t>All</a:t>
                      </a:r>
                      <a:endParaRPr sz="1800">
                        <a:latin typeface="Arial"/>
                        <a:cs typeface="Arial"/>
                      </a:endParaRPr>
                    </a:p>
                  </a:txBody>
                  <a:tcPr marL="0" marR="0" marT="0" marB="0">
                    <a:solidFill>
                      <a:srgbClr val="B8D4F9"/>
                    </a:solidFill>
                  </a:tcPr>
                </a:tc>
                <a:tc>
                  <a:txBody>
                    <a:bodyPr/>
                    <a:lstStyle/>
                    <a:p>
                      <a:pPr marL="375920">
                        <a:lnSpc>
                          <a:spcPts val="2060"/>
                        </a:lnSpc>
                      </a:pPr>
                      <a:r>
                        <a:rPr sz="1800" spc="-10" dirty="0">
                          <a:latin typeface="Arial"/>
                          <a:cs typeface="Arial"/>
                        </a:rPr>
                        <a:t>Boston</a:t>
                      </a:r>
                      <a:endParaRPr sz="1800">
                        <a:latin typeface="Arial"/>
                        <a:cs typeface="Arial"/>
                      </a:endParaRPr>
                    </a:p>
                  </a:txBody>
                  <a:tcPr marL="0" marR="0" marT="0" marB="0">
                    <a:solidFill>
                      <a:srgbClr val="B8D4F9"/>
                    </a:solidFill>
                  </a:tcPr>
                </a:tc>
                <a:tc>
                  <a:txBody>
                    <a:bodyPr/>
                    <a:lstStyle/>
                    <a:p>
                      <a:pPr marR="302260" algn="r">
                        <a:lnSpc>
                          <a:spcPts val="2060"/>
                        </a:lnSpc>
                      </a:pPr>
                      <a:r>
                        <a:rPr sz="1800" spc="-25" dirty="0">
                          <a:latin typeface="Arial"/>
                          <a:cs typeface="Arial"/>
                        </a:rPr>
                        <a:t>18</a:t>
                      </a:r>
                      <a:endParaRPr sz="1800">
                        <a:latin typeface="Arial"/>
                        <a:cs typeface="Arial"/>
                      </a:endParaRPr>
                    </a:p>
                  </a:txBody>
                  <a:tcPr marL="0" marR="0" marT="0" marB="0">
                    <a:solidFill>
                      <a:srgbClr val="B8D4F9"/>
                    </a:solidFill>
                  </a:tcPr>
                </a:tc>
                <a:tc>
                  <a:txBody>
                    <a:bodyPr/>
                    <a:lstStyle/>
                    <a:p>
                      <a:pPr marL="389890">
                        <a:lnSpc>
                          <a:spcPts val="2060"/>
                        </a:lnSpc>
                      </a:pPr>
                      <a:r>
                        <a:rPr sz="1800" dirty="0">
                          <a:latin typeface="Arial"/>
                          <a:cs typeface="Arial"/>
                        </a:rPr>
                        <a:t>Jaffa</a:t>
                      </a:r>
                      <a:r>
                        <a:rPr sz="1800" spc="-55" dirty="0">
                          <a:latin typeface="Arial"/>
                          <a:cs typeface="Arial"/>
                        </a:rPr>
                        <a:t> </a:t>
                      </a:r>
                      <a:r>
                        <a:rPr sz="1800" spc="-10" dirty="0">
                          <a:latin typeface="Arial"/>
                          <a:cs typeface="Arial"/>
                        </a:rPr>
                        <a:t>Cakes</a:t>
                      </a:r>
                      <a:endParaRPr sz="1800">
                        <a:latin typeface="Arial"/>
                        <a:cs typeface="Arial"/>
                      </a:endParaRPr>
                    </a:p>
                  </a:txBody>
                  <a:tcPr marL="0" marR="0" marT="0" marB="0">
                    <a:solidFill>
                      <a:srgbClr val="B8D4F9"/>
                    </a:solidFill>
                  </a:tcPr>
                </a:tc>
                <a:extLst>
                  <a:ext uri="{0D108BD9-81ED-4DB2-BD59-A6C34878D82A}">
                    <a16:rowId xmlns:a16="http://schemas.microsoft.com/office/drawing/2014/main" val="10005"/>
                  </a:ext>
                </a:extLst>
              </a:tr>
              <a:tr h="264795">
                <a:tc>
                  <a:txBody>
                    <a:bodyPr/>
                    <a:lstStyle/>
                    <a:p>
                      <a:pPr marL="493395">
                        <a:lnSpc>
                          <a:spcPts val="1985"/>
                        </a:lnSpc>
                      </a:pPr>
                      <a:r>
                        <a:rPr sz="1800" spc="-25" dirty="0">
                          <a:latin typeface="Arial"/>
                          <a:cs typeface="Arial"/>
                        </a:rPr>
                        <a:t>19</a:t>
                      </a:r>
                      <a:endParaRPr sz="1800">
                        <a:latin typeface="Arial"/>
                        <a:cs typeface="Arial"/>
                      </a:endParaRPr>
                    </a:p>
                  </a:txBody>
                  <a:tcPr marL="0" marR="0" marT="0" marB="0">
                    <a:solidFill>
                      <a:srgbClr val="B8D4F9"/>
                    </a:solidFill>
                  </a:tcPr>
                </a:tc>
                <a:tc>
                  <a:txBody>
                    <a:bodyPr/>
                    <a:lstStyle/>
                    <a:p>
                      <a:pPr marL="796290">
                        <a:lnSpc>
                          <a:spcPts val="1985"/>
                        </a:lnSpc>
                      </a:pPr>
                      <a:r>
                        <a:rPr sz="1800" spc="-10" dirty="0">
                          <a:latin typeface="Arial"/>
                          <a:cs typeface="Arial"/>
                        </a:rPr>
                        <a:t>sip-n-Bite.</a:t>
                      </a:r>
                      <a:endParaRPr sz="1800">
                        <a:latin typeface="Arial"/>
                        <a:cs typeface="Arial"/>
                      </a:endParaRPr>
                    </a:p>
                  </a:txBody>
                  <a:tcPr marL="0" marR="0" marT="0" marB="0">
                    <a:solidFill>
                      <a:srgbClr val="B8D4F9"/>
                    </a:solidFill>
                  </a:tcPr>
                </a:tc>
                <a:tc>
                  <a:txBody>
                    <a:bodyPr/>
                    <a:lstStyle/>
                    <a:p>
                      <a:pPr marL="375920">
                        <a:lnSpc>
                          <a:spcPts val="1985"/>
                        </a:lnSpc>
                      </a:pPr>
                      <a:r>
                        <a:rPr sz="1800" dirty="0">
                          <a:latin typeface="Arial"/>
                          <a:cs typeface="Arial"/>
                        </a:rPr>
                        <a:t>New</a:t>
                      </a:r>
                      <a:r>
                        <a:rPr sz="1800" spc="-55" dirty="0">
                          <a:latin typeface="Arial"/>
                          <a:cs typeface="Arial"/>
                        </a:rPr>
                        <a:t> </a:t>
                      </a:r>
                      <a:r>
                        <a:rPr sz="1800" spc="-20" dirty="0">
                          <a:latin typeface="Arial"/>
                          <a:cs typeface="Arial"/>
                        </a:rPr>
                        <a:t>York</a:t>
                      </a:r>
                      <a:endParaRPr sz="1800">
                        <a:latin typeface="Arial"/>
                        <a:cs typeface="Arial"/>
                      </a:endParaRPr>
                    </a:p>
                  </a:txBody>
                  <a:tcPr marL="0" marR="0" marT="0" marB="0">
                    <a:solidFill>
                      <a:srgbClr val="B8D4F9"/>
                    </a:solidFill>
                  </a:tcPr>
                </a:tc>
                <a:tc>
                  <a:txBody>
                    <a:bodyPr/>
                    <a:lstStyle/>
                    <a:p>
                      <a:pPr>
                        <a:lnSpc>
                          <a:spcPct val="100000"/>
                        </a:lnSpc>
                      </a:pPr>
                      <a:endParaRPr sz="1600">
                        <a:latin typeface="Times New Roman"/>
                        <a:cs typeface="Times New Roman"/>
                      </a:endParaRPr>
                    </a:p>
                  </a:txBody>
                  <a:tcPr marL="0" marR="0" marT="0" marB="0">
                    <a:solidFill>
                      <a:srgbClr val="B8D4F9"/>
                    </a:solidFill>
                  </a:tcPr>
                </a:tc>
                <a:tc>
                  <a:txBody>
                    <a:bodyPr/>
                    <a:lstStyle/>
                    <a:p>
                      <a:pPr>
                        <a:lnSpc>
                          <a:spcPct val="100000"/>
                        </a:lnSpc>
                      </a:pPr>
                      <a:endParaRPr sz="1600">
                        <a:latin typeface="Times New Roman"/>
                        <a:cs typeface="Times New Roman"/>
                      </a:endParaRPr>
                    </a:p>
                  </a:txBody>
                  <a:tcPr marL="0" marR="0" marT="0" marB="0">
                    <a:solidFill>
                      <a:srgbClr val="B8D4F9"/>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0" y="539750"/>
            <a:ext cx="8705850" cy="852488"/>
          </a:xfrm>
          <a:prstGeom prst="rect">
            <a:avLst/>
          </a:prstGeom>
        </p:spPr>
        <p:txBody>
          <a:bodyPr vert="horz" wrap="square" lIns="0" tIns="143594" rIns="0" bIns="0" rtlCol="0">
            <a:spAutoFit/>
          </a:bodyPr>
          <a:lstStyle/>
          <a:p>
            <a:pPr marL="8255" marR="352425" algn="r">
              <a:lnSpc>
                <a:spcPct val="100000"/>
              </a:lnSpc>
              <a:spcBef>
                <a:spcPts val="100"/>
              </a:spcBef>
            </a:pPr>
            <a:r>
              <a:rPr dirty="0"/>
              <a:t>FULL</a:t>
            </a:r>
            <a:r>
              <a:rPr spc="-80" dirty="0"/>
              <a:t> </a:t>
            </a:r>
            <a:r>
              <a:rPr spc="-10" dirty="0"/>
              <a:t>JOINS</a:t>
            </a:r>
          </a:p>
        </p:txBody>
      </p:sp>
      <p:pic>
        <p:nvPicPr>
          <p:cNvPr id="3" name="object 3"/>
          <p:cNvPicPr/>
          <p:nvPr/>
        </p:nvPicPr>
        <p:blipFill>
          <a:blip r:embed="rId3" cstate="print">
            <a:extLst>
              <a:ext uri="{28A0092B-C50C-407E-A947-70E740481C1C}">
                <a14:useLocalDpi xmlns:a14="http://schemas.microsoft.com/office/drawing/2010/main" val="0"/>
              </a:ext>
            </a:extLst>
          </a:blip>
          <a:srcRect/>
          <a:stretch/>
        </p:blipFill>
        <p:spPr>
          <a:xfrm>
            <a:off x="1066800" y="3733800"/>
            <a:ext cx="2940744" cy="2940744"/>
          </a:xfrm>
          <a:prstGeom prst="rect">
            <a:avLst/>
          </a:prstGeom>
        </p:spPr>
      </p:pic>
      <p:sp>
        <p:nvSpPr>
          <p:cNvPr id="4" name="object 4"/>
          <p:cNvSpPr txBox="1"/>
          <p:nvPr/>
        </p:nvSpPr>
        <p:spPr>
          <a:xfrm>
            <a:off x="594677" y="1770854"/>
            <a:ext cx="7863524" cy="5970865"/>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a:cs typeface="Arial"/>
              </a:rPr>
              <a:t>c.</a:t>
            </a:r>
            <a:r>
              <a:rPr sz="1800" b="1" spc="-30" dirty="0">
                <a:latin typeface="Arial"/>
                <a:cs typeface="Arial"/>
              </a:rPr>
              <a:t> </a:t>
            </a:r>
            <a:r>
              <a:rPr sz="1800" b="1" dirty="0">
                <a:latin typeface="Arial"/>
                <a:cs typeface="Arial"/>
              </a:rPr>
              <a:t>Full</a:t>
            </a:r>
            <a:r>
              <a:rPr sz="1800" b="1" spc="-30" dirty="0">
                <a:latin typeface="Arial"/>
                <a:cs typeface="Arial"/>
              </a:rPr>
              <a:t>  </a:t>
            </a:r>
            <a:r>
              <a:rPr sz="1800" b="1" spc="-20" dirty="0">
                <a:latin typeface="Arial"/>
                <a:cs typeface="Arial"/>
              </a:rPr>
              <a:t>Join</a:t>
            </a:r>
            <a:endParaRPr sz="1800" dirty="0">
              <a:latin typeface="Arial"/>
              <a:cs typeface="Arial"/>
            </a:endParaRPr>
          </a:p>
          <a:p>
            <a:pPr>
              <a:spcBef>
                <a:spcPts val="940"/>
              </a:spcBef>
            </a:pPr>
            <a:r>
              <a:rPr lang="en-US" b="1" dirty="0">
                <a:latin typeface="Arial" panose="020B0604020202020204" pitchFamily="34" charset="0"/>
                <a:cs typeface="Arial" panose="020B0604020202020204" pitchFamily="34" charset="0"/>
              </a:rPr>
              <a:t>A full join creates a new table by joining two tables as a whole. The joined table contains all records from both the tables and fill in NULLs for missing matches on either side. In this join we will use the union  for joining the both tables.</a:t>
            </a:r>
            <a:endParaRPr b="1" dirty="0">
              <a:latin typeface="Arial" panose="020B0604020202020204" pitchFamily="34" charset="0"/>
              <a:cs typeface="Arial" panose="020B0604020202020204" pitchFamily="34" charset="0"/>
            </a:endParaRPr>
          </a:p>
          <a:p>
            <a:pPr marL="4251325">
              <a:lnSpc>
                <a:spcPct val="100000"/>
              </a:lnSpc>
            </a:pPr>
            <a:r>
              <a:rPr sz="1800" b="1" spc="-10" dirty="0">
                <a:latin typeface="Arial"/>
                <a:cs typeface="Arial"/>
              </a:rPr>
              <a:t>Syntax:</a:t>
            </a:r>
            <a:endParaRPr sz="1800" dirty="0">
              <a:latin typeface="Arial"/>
              <a:cs typeface="Arial"/>
            </a:endParaRPr>
          </a:p>
          <a:p>
            <a:pPr>
              <a:lnSpc>
                <a:spcPct val="100000"/>
              </a:lnSpc>
              <a:spcBef>
                <a:spcPts val="180"/>
              </a:spcBef>
            </a:pPr>
            <a:endParaRPr sz="1800" dirty="0">
              <a:latin typeface="Arial"/>
              <a:cs typeface="Arial"/>
            </a:endParaRPr>
          </a:p>
          <a:p>
            <a:pPr marL="4251325" marR="1249680">
              <a:lnSpc>
                <a:spcPct val="100000"/>
              </a:lnSpc>
            </a:pPr>
            <a:r>
              <a:rPr sz="1800" b="1" dirty="0">
                <a:latin typeface="Arial"/>
                <a:cs typeface="Arial"/>
              </a:rPr>
              <a:t>Select</a:t>
            </a:r>
            <a:r>
              <a:rPr sz="1800" b="1" spc="-25" dirty="0">
                <a:latin typeface="Arial"/>
                <a:cs typeface="Arial"/>
              </a:rPr>
              <a:t> </a:t>
            </a:r>
            <a:r>
              <a:rPr sz="1800" b="1" dirty="0">
                <a:latin typeface="Arial"/>
                <a:cs typeface="Arial"/>
              </a:rPr>
              <a:t>*</a:t>
            </a:r>
            <a:r>
              <a:rPr sz="1800" b="1" spc="-25" dirty="0">
                <a:latin typeface="Arial"/>
                <a:cs typeface="Arial"/>
              </a:rPr>
              <a:t> </a:t>
            </a:r>
            <a:r>
              <a:rPr sz="1800" b="1" dirty="0">
                <a:latin typeface="Arial"/>
                <a:cs typeface="Arial"/>
              </a:rPr>
              <a:t>from</a:t>
            </a:r>
            <a:r>
              <a:rPr sz="1800" b="1" spc="-25" dirty="0">
                <a:latin typeface="Arial"/>
                <a:cs typeface="Arial"/>
              </a:rPr>
              <a:t> </a:t>
            </a:r>
            <a:r>
              <a:rPr sz="1800" b="1" spc="-20" dirty="0">
                <a:latin typeface="Arial"/>
                <a:cs typeface="Arial"/>
              </a:rPr>
              <a:t>Table</a:t>
            </a:r>
            <a:r>
              <a:rPr sz="1800" b="1" spc="-25" dirty="0">
                <a:latin typeface="Arial"/>
                <a:cs typeface="Arial"/>
              </a:rPr>
              <a:t> </a:t>
            </a:r>
            <a:r>
              <a:rPr sz="1800" b="1" spc="-50" dirty="0">
                <a:latin typeface="Arial"/>
                <a:cs typeface="Arial"/>
              </a:rPr>
              <a:t>1 </a:t>
            </a:r>
            <a:r>
              <a:rPr lang="en-US" sz="1800" b="1" spc="-50" dirty="0">
                <a:latin typeface="Arial"/>
                <a:cs typeface="Arial"/>
              </a:rPr>
              <a:t>Left </a:t>
            </a:r>
            <a:r>
              <a:rPr sz="1800" b="1" dirty="0">
                <a:latin typeface="Arial"/>
                <a:cs typeface="Arial"/>
              </a:rPr>
              <a:t>Join</a:t>
            </a:r>
            <a:r>
              <a:rPr sz="1800" b="1" spc="-40" dirty="0">
                <a:latin typeface="Arial"/>
                <a:cs typeface="Arial"/>
              </a:rPr>
              <a:t> </a:t>
            </a:r>
            <a:r>
              <a:rPr sz="1800" b="1" spc="-20" dirty="0">
                <a:latin typeface="Arial"/>
                <a:cs typeface="Arial"/>
              </a:rPr>
              <a:t>Table</a:t>
            </a:r>
            <a:r>
              <a:rPr sz="1800" b="1" spc="-40" dirty="0">
                <a:latin typeface="Arial"/>
                <a:cs typeface="Arial"/>
              </a:rPr>
              <a:t> </a:t>
            </a:r>
            <a:r>
              <a:rPr sz="1800" b="1" spc="-50" dirty="0">
                <a:latin typeface="Arial"/>
                <a:cs typeface="Arial"/>
              </a:rPr>
              <a:t>2 </a:t>
            </a:r>
            <a:r>
              <a:rPr sz="1800" b="1" spc="-25" dirty="0">
                <a:latin typeface="Arial"/>
                <a:cs typeface="Arial"/>
              </a:rPr>
              <a:t>ON</a:t>
            </a:r>
            <a:endParaRPr sz="1800" dirty="0">
              <a:latin typeface="Arial"/>
              <a:cs typeface="Arial"/>
            </a:endParaRPr>
          </a:p>
          <a:p>
            <a:pPr marL="4251325" marR="5080">
              <a:lnSpc>
                <a:spcPct val="100000"/>
              </a:lnSpc>
            </a:pPr>
            <a:r>
              <a:rPr sz="1800" b="1" spc="-20" dirty="0">
                <a:latin typeface="Arial"/>
                <a:cs typeface="Arial"/>
              </a:rPr>
              <a:t>Table</a:t>
            </a:r>
            <a:r>
              <a:rPr sz="1800" b="1" spc="-75" dirty="0">
                <a:latin typeface="Arial"/>
                <a:cs typeface="Arial"/>
              </a:rPr>
              <a:t> </a:t>
            </a:r>
            <a:r>
              <a:rPr sz="1800" b="1" dirty="0">
                <a:latin typeface="Arial"/>
                <a:cs typeface="Arial"/>
              </a:rPr>
              <a:t>1.Column</a:t>
            </a:r>
            <a:r>
              <a:rPr sz="1800" b="1" spc="-70" dirty="0">
                <a:latin typeface="Arial"/>
                <a:cs typeface="Arial"/>
              </a:rPr>
              <a:t> </a:t>
            </a:r>
            <a:r>
              <a:rPr sz="1800" b="1" spc="-10" dirty="0">
                <a:latin typeface="Arial"/>
                <a:cs typeface="Arial"/>
              </a:rPr>
              <a:t>1=Table</a:t>
            </a:r>
            <a:r>
              <a:rPr sz="1800" b="1" spc="-70" dirty="0">
                <a:latin typeface="Arial"/>
                <a:cs typeface="Arial"/>
              </a:rPr>
              <a:t> </a:t>
            </a:r>
            <a:r>
              <a:rPr sz="1800" b="1" spc="-10" dirty="0">
                <a:latin typeface="Arial"/>
                <a:cs typeface="Arial"/>
              </a:rPr>
              <a:t>2.Column </a:t>
            </a:r>
            <a:r>
              <a:rPr sz="1800" b="1" spc="-50" dirty="0">
                <a:latin typeface="Arial"/>
                <a:cs typeface="Arial"/>
              </a:rPr>
              <a:t>1</a:t>
            </a:r>
            <a:endParaRPr lang="en-US" sz="1800" b="1" spc="-50" dirty="0">
              <a:latin typeface="Arial"/>
              <a:cs typeface="Arial"/>
            </a:endParaRPr>
          </a:p>
          <a:p>
            <a:pPr marL="4251325" marR="5080">
              <a:lnSpc>
                <a:spcPct val="100000"/>
              </a:lnSpc>
            </a:pPr>
            <a:r>
              <a:rPr lang="en-IN" b="1" i="1" u="sng" spc="-50" dirty="0">
                <a:solidFill>
                  <a:srgbClr val="FF0000"/>
                </a:solidFill>
                <a:latin typeface="Arial"/>
                <a:cs typeface="Arial"/>
              </a:rPr>
              <a:t>UNION</a:t>
            </a:r>
          </a:p>
          <a:p>
            <a:pPr marL="4502785" marR="1261745">
              <a:lnSpc>
                <a:spcPct val="100000"/>
              </a:lnSpc>
            </a:pPr>
            <a:r>
              <a:rPr lang="en-US" sz="1800" b="1" dirty="0">
                <a:latin typeface="Arial"/>
                <a:cs typeface="Arial"/>
              </a:rPr>
              <a:t>Select</a:t>
            </a:r>
            <a:r>
              <a:rPr lang="en-US" sz="1800" b="1" spc="-25" dirty="0">
                <a:latin typeface="Arial"/>
                <a:cs typeface="Arial"/>
              </a:rPr>
              <a:t> </a:t>
            </a:r>
            <a:r>
              <a:rPr lang="en-US" sz="1800" b="1" dirty="0">
                <a:latin typeface="Arial"/>
                <a:cs typeface="Arial"/>
              </a:rPr>
              <a:t>*</a:t>
            </a:r>
            <a:r>
              <a:rPr lang="en-US" sz="1800" b="1" spc="-25" dirty="0">
                <a:latin typeface="Arial"/>
                <a:cs typeface="Arial"/>
              </a:rPr>
              <a:t> </a:t>
            </a:r>
            <a:r>
              <a:rPr lang="en-US" sz="1800" b="1" dirty="0">
                <a:latin typeface="Arial"/>
                <a:cs typeface="Arial"/>
              </a:rPr>
              <a:t>from</a:t>
            </a:r>
            <a:r>
              <a:rPr lang="en-US" sz="1800" b="1" spc="-25" dirty="0">
                <a:latin typeface="Arial"/>
                <a:cs typeface="Arial"/>
              </a:rPr>
              <a:t> </a:t>
            </a:r>
            <a:r>
              <a:rPr lang="en-US" sz="1800" b="1" spc="-20" dirty="0">
                <a:latin typeface="Arial"/>
                <a:cs typeface="Arial"/>
              </a:rPr>
              <a:t>Table</a:t>
            </a:r>
            <a:r>
              <a:rPr lang="en-US" sz="1800" b="1" spc="-25" dirty="0">
                <a:latin typeface="Arial"/>
                <a:cs typeface="Arial"/>
              </a:rPr>
              <a:t> </a:t>
            </a:r>
            <a:r>
              <a:rPr lang="en-US" sz="1800" b="1" spc="-50" dirty="0">
                <a:latin typeface="Arial"/>
                <a:cs typeface="Arial"/>
              </a:rPr>
              <a:t>1 </a:t>
            </a:r>
            <a:r>
              <a:rPr lang="en-US" sz="1800" b="1" dirty="0">
                <a:latin typeface="Arial"/>
                <a:cs typeface="Arial"/>
              </a:rPr>
              <a:t>Right</a:t>
            </a:r>
            <a:r>
              <a:rPr lang="en-US" sz="1800" b="1" spc="-45" dirty="0">
                <a:latin typeface="Arial"/>
                <a:cs typeface="Arial"/>
              </a:rPr>
              <a:t> </a:t>
            </a:r>
            <a:r>
              <a:rPr lang="en-US" b="1" spc="-45" dirty="0">
                <a:latin typeface="Arial"/>
                <a:cs typeface="Arial"/>
              </a:rPr>
              <a:t> </a:t>
            </a:r>
            <a:r>
              <a:rPr lang="en-US" sz="1800" b="1" dirty="0">
                <a:latin typeface="Arial"/>
                <a:cs typeface="Arial"/>
              </a:rPr>
              <a:t>Join</a:t>
            </a:r>
            <a:r>
              <a:rPr lang="en-US" sz="1800" b="1" spc="-40" dirty="0">
                <a:latin typeface="Arial"/>
                <a:cs typeface="Arial"/>
              </a:rPr>
              <a:t> </a:t>
            </a:r>
            <a:r>
              <a:rPr lang="en-US" sz="1800" b="1" spc="-20" dirty="0">
                <a:latin typeface="Arial"/>
                <a:cs typeface="Arial"/>
              </a:rPr>
              <a:t>Table</a:t>
            </a:r>
            <a:r>
              <a:rPr lang="en-US" sz="1800" b="1" spc="-40" dirty="0">
                <a:latin typeface="Arial"/>
                <a:cs typeface="Arial"/>
              </a:rPr>
              <a:t> </a:t>
            </a:r>
            <a:r>
              <a:rPr lang="en-US" sz="1800" b="1" spc="-50" dirty="0">
                <a:latin typeface="Arial"/>
                <a:cs typeface="Arial"/>
              </a:rPr>
              <a:t>2 </a:t>
            </a:r>
            <a:r>
              <a:rPr lang="en-US" sz="1800" b="1" spc="-25" dirty="0">
                <a:latin typeface="Arial"/>
                <a:cs typeface="Arial"/>
              </a:rPr>
              <a:t>ON</a:t>
            </a:r>
            <a:endParaRPr lang="en-US" sz="1800" dirty="0">
              <a:latin typeface="Arial"/>
              <a:cs typeface="Arial"/>
            </a:endParaRPr>
          </a:p>
          <a:p>
            <a:pPr marL="4502785">
              <a:lnSpc>
                <a:spcPct val="100000"/>
              </a:lnSpc>
            </a:pPr>
            <a:r>
              <a:rPr lang="en-US" sz="1800" b="1" spc="-20" dirty="0">
                <a:latin typeface="Arial"/>
                <a:cs typeface="Arial"/>
              </a:rPr>
              <a:t>Table</a:t>
            </a:r>
            <a:r>
              <a:rPr lang="en-US" sz="1800" b="1" spc="-65" dirty="0">
                <a:latin typeface="Arial"/>
                <a:cs typeface="Arial"/>
              </a:rPr>
              <a:t> </a:t>
            </a:r>
            <a:r>
              <a:rPr lang="en-US" sz="1800" b="1" dirty="0">
                <a:latin typeface="Arial"/>
                <a:cs typeface="Arial"/>
              </a:rPr>
              <a:t>1.Column</a:t>
            </a:r>
            <a:r>
              <a:rPr lang="en-US" sz="1800" b="1" spc="-65" dirty="0">
                <a:latin typeface="Arial"/>
                <a:cs typeface="Arial"/>
              </a:rPr>
              <a:t> </a:t>
            </a:r>
            <a:r>
              <a:rPr lang="en-US" sz="1800" b="1" spc="-10" dirty="0">
                <a:latin typeface="Arial"/>
                <a:cs typeface="Arial"/>
              </a:rPr>
              <a:t>1=Table</a:t>
            </a:r>
            <a:r>
              <a:rPr lang="en-US" sz="1800" b="1" spc="-60" dirty="0">
                <a:latin typeface="Arial"/>
                <a:cs typeface="Arial"/>
              </a:rPr>
              <a:t> </a:t>
            </a:r>
            <a:r>
              <a:rPr lang="en-US" sz="1800" b="1" dirty="0">
                <a:latin typeface="Arial"/>
                <a:cs typeface="Arial"/>
              </a:rPr>
              <a:t>2.Column</a:t>
            </a:r>
            <a:r>
              <a:rPr lang="en-US" sz="1800" b="1" spc="-65" dirty="0">
                <a:latin typeface="Arial"/>
                <a:cs typeface="Arial"/>
              </a:rPr>
              <a:t> 1</a:t>
            </a:r>
            <a:endParaRPr lang="en-IN" b="1" spc="-50" dirty="0">
              <a:latin typeface="Arial"/>
              <a:cs typeface="Arial"/>
            </a:endParaRPr>
          </a:p>
          <a:p>
            <a:pPr marL="4251325" marR="5080">
              <a:lnSpc>
                <a:spcPct val="100000"/>
              </a:lnSpc>
            </a:pPr>
            <a:endParaRPr lang="en-IN" b="1" spc="-50" dirty="0">
              <a:latin typeface="Arial"/>
              <a:cs typeface="Arial"/>
            </a:endParaRPr>
          </a:p>
          <a:p>
            <a:pPr marL="4251325" marR="5080">
              <a:lnSpc>
                <a:spcPct val="100000"/>
              </a:lnSpc>
            </a:pPr>
            <a:endParaRPr lang="en-IN" b="1" spc="-50" dirty="0">
              <a:latin typeface="Arial"/>
              <a:cs typeface="Arial"/>
            </a:endParaRPr>
          </a:p>
          <a:p>
            <a:pPr marL="4251325" marR="5080">
              <a:lnSpc>
                <a:spcPct val="100000"/>
              </a:lnSpc>
            </a:pPr>
            <a:endParaRPr lang="en-IN" b="1" spc="-50" dirty="0">
              <a:latin typeface="Arial"/>
              <a:cs typeface="Arial"/>
            </a:endParaRPr>
          </a:p>
          <a:p>
            <a:pPr marL="4251325" marR="5080">
              <a:lnSpc>
                <a:spcPct val="100000"/>
              </a:lnSpc>
            </a:pPr>
            <a:endParaRPr lang="en-IN" b="1" spc="-50" dirty="0">
              <a:latin typeface="Arial"/>
              <a:cs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39748" y="1731006"/>
            <a:ext cx="7847309" cy="5126993"/>
          </a:xfrm>
          <a:prstGeom prst="rect">
            <a:avLst/>
          </a:prstGeom>
        </p:spPr>
      </p:pic>
      <p:sp>
        <p:nvSpPr>
          <p:cNvPr id="3" name="object 3"/>
          <p:cNvSpPr txBox="1">
            <a:spLocks noGrp="1"/>
          </p:cNvSpPr>
          <p:nvPr>
            <p:ph type="title"/>
          </p:nvPr>
        </p:nvSpPr>
        <p:spPr>
          <a:prstGeom prst="rect">
            <a:avLst/>
          </a:prstGeom>
        </p:spPr>
        <p:txBody>
          <a:bodyPr vert="horz" wrap="square" lIns="0" tIns="252814" rIns="0" bIns="0" rtlCol="0">
            <a:spAutoFit/>
          </a:bodyPr>
          <a:lstStyle/>
          <a:p>
            <a:pPr marL="8255" marR="732155" algn="r">
              <a:lnSpc>
                <a:spcPct val="100000"/>
              </a:lnSpc>
              <a:spcBef>
                <a:spcPts val="100"/>
              </a:spcBef>
            </a:pPr>
            <a:r>
              <a:rPr spc="-10" dirty="0"/>
              <a:t>SCENARIO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78534" y="555876"/>
            <a:ext cx="2372995" cy="513080"/>
          </a:xfrm>
          <a:prstGeom prst="rect">
            <a:avLst/>
          </a:prstGeom>
        </p:spPr>
        <p:txBody>
          <a:bodyPr vert="horz" wrap="square" lIns="0" tIns="12700" rIns="0" bIns="0" rtlCol="0">
            <a:spAutoFit/>
          </a:bodyPr>
          <a:lstStyle/>
          <a:p>
            <a:pPr>
              <a:lnSpc>
                <a:spcPct val="100000"/>
              </a:lnSpc>
              <a:spcBef>
                <a:spcPts val="100"/>
              </a:spcBef>
            </a:pPr>
            <a:r>
              <a:rPr dirty="0"/>
              <a:t>FULL</a:t>
            </a:r>
            <a:r>
              <a:rPr spc="-80" dirty="0"/>
              <a:t> </a:t>
            </a:r>
            <a:r>
              <a:rPr spc="-10" dirty="0"/>
              <a:t>JOINS</a:t>
            </a:r>
          </a:p>
        </p:txBody>
      </p:sp>
      <p:sp>
        <p:nvSpPr>
          <p:cNvPr id="3" name="object 3"/>
          <p:cNvSpPr txBox="1"/>
          <p:nvPr/>
        </p:nvSpPr>
        <p:spPr>
          <a:xfrm>
            <a:off x="661667" y="889379"/>
            <a:ext cx="889000" cy="299720"/>
          </a:xfrm>
          <a:prstGeom prst="rect">
            <a:avLst/>
          </a:prstGeom>
        </p:spPr>
        <p:txBody>
          <a:bodyPr vert="horz" wrap="square" lIns="0" tIns="12700" rIns="0" bIns="0" rtlCol="0">
            <a:spAutoFit/>
          </a:bodyPr>
          <a:lstStyle/>
          <a:p>
            <a:pPr>
              <a:lnSpc>
                <a:spcPct val="100000"/>
              </a:lnSpc>
              <a:spcBef>
                <a:spcPts val="100"/>
              </a:spcBef>
            </a:pPr>
            <a:r>
              <a:rPr sz="1800" b="1" spc="-25" dirty="0">
                <a:latin typeface="Arial"/>
                <a:cs typeface="Arial"/>
              </a:rPr>
              <a:t>QUARY:</a:t>
            </a:r>
            <a:endParaRPr sz="1800">
              <a:latin typeface="Arial"/>
              <a:cs typeface="Arial"/>
            </a:endParaRPr>
          </a:p>
        </p:txBody>
      </p:sp>
      <p:sp>
        <p:nvSpPr>
          <p:cNvPr id="4" name="object 4"/>
          <p:cNvSpPr txBox="1"/>
          <p:nvPr/>
        </p:nvSpPr>
        <p:spPr>
          <a:xfrm>
            <a:off x="648967" y="1653914"/>
            <a:ext cx="5346065" cy="848360"/>
          </a:xfrm>
          <a:prstGeom prst="rect">
            <a:avLst/>
          </a:prstGeom>
        </p:spPr>
        <p:txBody>
          <a:bodyPr vert="horz" wrap="square" lIns="0" tIns="12700" rIns="0" bIns="0" rtlCol="0">
            <a:spAutoFit/>
          </a:bodyPr>
          <a:lstStyle/>
          <a:p>
            <a:pPr marL="12700" marR="5080">
              <a:lnSpc>
                <a:spcPct val="100000"/>
              </a:lnSpc>
              <a:spcBef>
                <a:spcPts val="100"/>
              </a:spcBef>
            </a:pPr>
            <a:r>
              <a:rPr sz="1800" b="1" dirty="0">
                <a:latin typeface="Arial"/>
                <a:cs typeface="Arial"/>
              </a:rPr>
              <a:t>SELECT</a:t>
            </a:r>
            <a:r>
              <a:rPr sz="1800" b="1" spc="-25" dirty="0">
                <a:latin typeface="Arial"/>
                <a:cs typeface="Arial"/>
              </a:rPr>
              <a:t> </a:t>
            </a:r>
            <a:r>
              <a:rPr sz="1800" dirty="0">
                <a:latin typeface="Arial"/>
                <a:cs typeface="Arial"/>
              </a:rPr>
              <a:t>a.company_id</a:t>
            </a:r>
            <a:r>
              <a:rPr sz="1800" spc="-30" dirty="0">
                <a:latin typeface="Arial"/>
                <a:cs typeface="Arial"/>
              </a:rPr>
              <a:t> </a:t>
            </a:r>
            <a:r>
              <a:rPr sz="1800" b="1" dirty="0">
                <a:latin typeface="Arial"/>
                <a:cs typeface="Arial"/>
              </a:rPr>
              <a:t>AS</a:t>
            </a:r>
            <a:r>
              <a:rPr sz="1800" b="1" spc="-25" dirty="0">
                <a:latin typeface="Arial"/>
                <a:cs typeface="Arial"/>
              </a:rPr>
              <a:t> </a:t>
            </a:r>
            <a:r>
              <a:rPr sz="1800" spc="-10" dirty="0">
                <a:latin typeface="Arial"/>
                <a:cs typeface="Arial"/>
              </a:rPr>
              <a:t>"a.ComID", </a:t>
            </a:r>
            <a:r>
              <a:rPr sz="1800" dirty="0">
                <a:latin typeface="Arial"/>
                <a:cs typeface="Arial"/>
              </a:rPr>
              <a:t>a.company_name</a:t>
            </a:r>
            <a:r>
              <a:rPr sz="1800" spc="-35" dirty="0">
                <a:latin typeface="Arial"/>
                <a:cs typeface="Arial"/>
              </a:rPr>
              <a:t> </a:t>
            </a:r>
            <a:r>
              <a:rPr sz="1800" b="1" dirty="0">
                <a:latin typeface="Arial"/>
                <a:cs typeface="Arial"/>
              </a:rPr>
              <a:t>AS</a:t>
            </a:r>
            <a:r>
              <a:rPr sz="1800" b="1" spc="-35" dirty="0">
                <a:latin typeface="Arial"/>
                <a:cs typeface="Arial"/>
              </a:rPr>
              <a:t> </a:t>
            </a:r>
            <a:r>
              <a:rPr sz="1800" dirty="0">
                <a:latin typeface="Arial"/>
                <a:cs typeface="Arial"/>
              </a:rPr>
              <a:t>"C_Name",</a:t>
            </a:r>
            <a:r>
              <a:rPr sz="1800" spc="430" dirty="0">
                <a:latin typeface="Arial"/>
                <a:cs typeface="Arial"/>
              </a:rPr>
              <a:t> </a:t>
            </a:r>
            <a:r>
              <a:rPr sz="1800" dirty="0">
                <a:latin typeface="Arial"/>
                <a:cs typeface="Arial"/>
              </a:rPr>
              <a:t>b.company_id</a:t>
            </a:r>
            <a:r>
              <a:rPr sz="1800" spc="-15" dirty="0">
                <a:latin typeface="Arial"/>
                <a:cs typeface="Arial"/>
              </a:rPr>
              <a:t> </a:t>
            </a:r>
            <a:r>
              <a:rPr sz="1800" b="1" spc="-25" dirty="0">
                <a:latin typeface="Arial"/>
                <a:cs typeface="Arial"/>
              </a:rPr>
              <a:t>AS </a:t>
            </a:r>
            <a:r>
              <a:rPr sz="1800" spc="-10" dirty="0">
                <a:latin typeface="Arial"/>
                <a:cs typeface="Arial"/>
              </a:rPr>
              <a:t>"b.ComID",</a:t>
            </a:r>
            <a:endParaRPr sz="1800">
              <a:latin typeface="Arial"/>
              <a:cs typeface="Arial"/>
            </a:endParaRPr>
          </a:p>
        </p:txBody>
      </p:sp>
      <p:sp>
        <p:nvSpPr>
          <p:cNvPr id="5" name="object 5"/>
          <p:cNvSpPr txBox="1"/>
          <p:nvPr/>
        </p:nvSpPr>
        <p:spPr>
          <a:xfrm>
            <a:off x="4422743" y="2431152"/>
            <a:ext cx="114363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rial"/>
                <a:cs typeface="Arial"/>
              </a:rPr>
              <a:t>company</a:t>
            </a:r>
            <a:r>
              <a:rPr sz="1800" spc="-5" dirty="0">
                <a:latin typeface="Arial"/>
                <a:cs typeface="Arial"/>
              </a:rPr>
              <a:t> </a:t>
            </a:r>
            <a:r>
              <a:rPr sz="1800" spc="-50" dirty="0">
                <a:latin typeface="Arial"/>
                <a:cs typeface="Arial"/>
              </a:rPr>
              <a:t>a</a:t>
            </a:r>
            <a:endParaRPr sz="1800">
              <a:latin typeface="Arial"/>
              <a:cs typeface="Arial"/>
            </a:endParaRPr>
          </a:p>
        </p:txBody>
      </p:sp>
      <p:sp>
        <p:nvSpPr>
          <p:cNvPr id="6" name="object 6"/>
          <p:cNvSpPr txBox="1"/>
          <p:nvPr/>
        </p:nvSpPr>
        <p:spPr>
          <a:xfrm>
            <a:off x="648967" y="2415913"/>
            <a:ext cx="3599179" cy="848360"/>
          </a:xfrm>
          <a:prstGeom prst="rect">
            <a:avLst/>
          </a:prstGeom>
        </p:spPr>
        <p:txBody>
          <a:bodyPr vert="horz" wrap="square" lIns="0" tIns="12700" rIns="0" bIns="0" rtlCol="0">
            <a:spAutoFit/>
          </a:bodyPr>
          <a:lstStyle/>
          <a:p>
            <a:pPr marL="12700" marR="174625">
              <a:lnSpc>
                <a:spcPct val="100000"/>
              </a:lnSpc>
              <a:spcBef>
                <a:spcPts val="100"/>
              </a:spcBef>
            </a:pPr>
            <a:r>
              <a:rPr sz="1800" dirty="0">
                <a:latin typeface="Arial"/>
                <a:cs typeface="Arial"/>
              </a:rPr>
              <a:t>b.item_name</a:t>
            </a:r>
            <a:r>
              <a:rPr sz="1800" spc="-30" dirty="0">
                <a:latin typeface="Arial"/>
                <a:cs typeface="Arial"/>
              </a:rPr>
              <a:t> </a:t>
            </a:r>
            <a:r>
              <a:rPr sz="1800" b="1" dirty="0">
                <a:latin typeface="Arial"/>
                <a:cs typeface="Arial"/>
              </a:rPr>
              <a:t>AS</a:t>
            </a:r>
            <a:r>
              <a:rPr sz="1800" b="1" spc="-25" dirty="0">
                <a:latin typeface="Arial"/>
                <a:cs typeface="Arial"/>
              </a:rPr>
              <a:t> </a:t>
            </a:r>
            <a:r>
              <a:rPr sz="1800" spc="-10" dirty="0">
                <a:latin typeface="Arial"/>
                <a:cs typeface="Arial"/>
              </a:rPr>
              <a:t>"I_Name"</a:t>
            </a:r>
            <a:r>
              <a:rPr sz="1800" b="1" spc="-10" dirty="0">
                <a:latin typeface="Arial"/>
                <a:cs typeface="Arial"/>
              </a:rPr>
              <a:t>FROM </a:t>
            </a:r>
            <a:r>
              <a:rPr sz="1800" b="1" dirty="0">
                <a:latin typeface="Arial"/>
                <a:cs typeface="Arial"/>
              </a:rPr>
              <a:t>FULL</a:t>
            </a:r>
            <a:r>
              <a:rPr sz="1800" b="1" spc="-55" dirty="0">
                <a:latin typeface="Arial"/>
                <a:cs typeface="Arial"/>
              </a:rPr>
              <a:t> </a:t>
            </a:r>
            <a:r>
              <a:rPr sz="1800" dirty="0">
                <a:latin typeface="Arial"/>
                <a:cs typeface="Arial"/>
              </a:rPr>
              <a:t>OUTER</a:t>
            </a:r>
            <a:r>
              <a:rPr sz="1800" spc="-30" dirty="0">
                <a:latin typeface="Arial"/>
                <a:cs typeface="Arial"/>
              </a:rPr>
              <a:t> </a:t>
            </a:r>
            <a:r>
              <a:rPr sz="1800" dirty="0">
                <a:latin typeface="Arial"/>
                <a:cs typeface="Arial"/>
              </a:rPr>
              <a:t>JOIN</a:t>
            </a:r>
            <a:r>
              <a:rPr sz="1800" spc="-30" dirty="0">
                <a:latin typeface="Arial"/>
                <a:cs typeface="Arial"/>
              </a:rPr>
              <a:t> </a:t>
            </a:r>
            <a:r>
              <a:rPr sz="1800" dirty="0">
                <a:latin typeface="Arial"/>
                <a:cs typeface="Arial"/>
              </a:rPr>
              <a:t>foods</a:t>
            </a:r>
            <a:r>
              <a:rPr sz="1800" spc="-30" dirty="0">
                <a:latin typeface="Arial"/>
                <a:cs typeface="Arial"/>
              </a:rPr>
              <a:t> </a:t>
            </a:r>
            <a:r>
              <a:rPr sz="1800" spc="-50" dirty="0">
                <a:latin typeface="Arial"/>
                <a:cs typeface="Arial"/>
              </a:rPr>
              <a:t>b</a:t>
            </a:r>
            <a:endParaRPr sz="1800">
              <a:latin typeface="Arial"/>
              <a:cs typeface="Arial"/>
            </a:endParaRPr>
          </a:p>
          <a:p>
            <a:pPr marL="12700">
              <a:lnSpc>
                <a:spcPct val="100000"/>
              </a:lnSpc>
            </a:pPr>
            <a:r>
              <a:rPr sz="1800" b="1" dirty="0">
                <a:latin typeface="Arial"/>
                <a:cs typeface="Arial"/>
              </a:rPr>
              <a:t>ON</a:t>
            </a:r>
            <a:r>
              <a:rPr sz="1800" b="1" spc="-35" dirty="0">
                <a:latin typeface="Arial"/>
                <a:cs typeface="Arial"/>
              </a:rPr>
              <a:t> </a:t>
            </a:r>
            <a:r>
              <a:rPr sz="1800" dirty="0">
                <a:latin typeface="Arial"/>
                <a:cs typeface="Arial"/>
              </a:rPr>
              <a:t>a.company_id</a:t>
            </a:r>
            <a:r>
              <a:rPr sz="1800" spc="-25" dirty="0">
                <a:latin typeface="Arial"/>
                <a:cs typeface="Arial"/>
              </a:rPr>
              <a:t> </a:t>
            </a:r>
            <a:r>
              <a:rPr sz="1800" dirty="0">
                <a:latin typeface="Arial"/>
                <a:cs typeface="Arial"/>
              </a:rPr>
              <a:t>=</a:t>
            </a:r>
            <a:r>
              <a:rPr sz="1800" spc="-20" dirty="0">
                <a:latin typeface="Arial"/>
                <a:cs typeface="Arial"/>
              </a:rPr>
              <a:t> </a:t>
            </a:r>
            <a:r>
              <a:rPr sz="1800" spc="-10" dirty="0">
                <a:latin typeface="Arial"/>
                <a:cs typeface="Arial"/>
              </a:rPr>
              <a:t>b.company_id;</a:t>
            </a:r>
            <a:endParaRPr sz="1800">
              <a:latin typeface="Arial"/>
              <a:cs typeface="Arial"/>
            </a:endParaRPr>
          </a:p>
        </p:txBody>
      </p:sp>
      <p:sp>
        <p:nvSpPr>
          <p:cNvPr id="7" name="object 7"/>
          <p:cNvSpPr txBox="1"/>
          <p:nvPr/>
        </p:nvSpPr>
        <p:spPr>
          <a:xfrm>
            <a:off x="633728" y="3450964"/>
            <a:ext cx="972819"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RESULT:</a:t>
            </a:r>
            <a:endParaRPr sz="1800">
              <a:latin typeface="Arial"/>
              <a:cs typeface="Arial"/>
            </a:endParaRPr>
          </a:p>
        </p:txBody>
      </p:sp>
      <p:graphicFrame>
        <p:nvGraphicFramePr>
          <p:cNvPr id="8" name="object 8"/>
          <p:cNvGraphicFramePr>
            <a:graphicFrameLocks noGrp="1"/>
          </p:cNvGraphicFramePr>
          <p:nvPr/>
        </p:nvGraphicFramePr>
        <p:xfrm>
          <a:off x="1174747" y="3798567"/>
          <a:ext cx="7272019" cy="2835275"/>
        </p:xfrm>
        <a:graphic>
          <a:graphicData uri="http://schemas.openxmlformats.org/drawingml/2006/table">
            <a:tbl>
              <a:tblPr firstRow="1" bandRow="1">
                <a:tableStyleId>{2D5ABB26-0587-4C30-8999-92F81FD0307C}</a:tableStyleId>
              </a:tblPr>
              <a:tblGrid>
                <a:gridCol w="1017905">
                  <a:extLst>
                    <a:ext uri="{9D8B030D-6E8A-4147-A177-3AD203B41FA5}">
                      <a16:colId xmlns:a16="http://schemas.microsoft.com/office/drawing/2014/main" val="20000"/>
                    </a:ext>
                  </a:extLst>
                </a:gridCol>
                <a:gridCol w="1561465">
                  <a:extLst>
                    <a:ext uri="{9D8B030D-6E8A-4147-A177-3AD203B41FA5}">
                      <a16:colId xmlns:a16="http://schemas.microsoft.com/office/drawing/2014/main" val="20001"/>
                    </a:ext>
                  </a:extLst>
                </a:gridCol>
                <a:gridCol w="1259204">
                  <a:extLst>
                    <a:ext uri="{9D8B030D-6E8A-4147-A177-3AD203B41FA5}">
                      <a16:colId xmlns:a16="http://schemas.microsoft.com/office/drawing/2014/main" val="20002"/>
                    </a:ext>
                  </a:extLst>
                </a:gridCol>
                <a:gridCol w="1569085">
                  <a:extLst>
                    <a:ext uri="{9D8B030D-6E8A-4147-A177-3AD203B41FA5}">
                      <a16:colId xmlns:a16="http://schemas.microsoft.com/office/drawing/2014/main" val="20003"/>
                    </a:ext>
                  </a:extLst>
                </a:gridCol>
                <a:gridCol w="1864360">
                  <a:extLst>
                    <a:ext uri="{9D8B030D-6E8A-4147-A177-3AD203B41FA5}">
                      <a16:colId xmlns:a16="http://schemas.microsoft.com/office/drawing/2014/main" val="20004"/>
                    </a:ext>
                  </a:extLst>
                </a:gridCol>
              </a:tblGrid>
              <a:tr h="490220">
                <a:tc>
                  <a:txBody>
                    <a:bodyPr/>
                    <a:lstStyle/>
                    <a:p>
                      <a:pPr marL="90170">
                        <a:lnSpc>
                          <a:spcPct val="100000"/>
                        </a:lnSpc>
                        <a:spcBef>
                          <a:spcPts val="270"/>
                        </a:spcBef>
                      </a:pPr>
                      <a:r>
                        <a:rPr sz="1800" spc="-10" dirty="0">
                          <a:latin typeface="Arial"/>
                          <a:cs typeface="Arial"/>
                        </a:rPr>
                        <a:t>a.ComID</a:t>
                      </a:r>
                      <a:endParaRPr sz="1800">
                        <a:latin typeface="Arial"/>
                        <a:cs typeface="Arial"/>
                      </a:endParaRPr>
                    </a:p>
                  </a:txBody>
                  <a:tcPr marL="0" marR="0" marT="34290" marB="0">
                    <a:lnB w="28575">
                      <a:solidFill>
                        <a:srgbClr val="000000"/>
                      </a:solidFill>
                      <a:prstDash val="solid"/>
                    </a:lnB>
                    <a:solidFill>
                      <a:srgbClr val="B8D4F9"/>
                    </a:solidFill>
                  </a:tcPr>
                </a:tc>
                <a:tc>
                  <a:txBody>
                    <a:bodyPr/>
                    <a:lstStyle/>
                    <a:p>
                      <a:pPr marL="288925">
                        <a:lnSpc>
                          <a:spcPct val="100000"/>
                        </a:lnSpc>
                        <a:spcBef>
                          <a:spcPts val="270"/>
                        </a:spcBef>
                      </a:pPr>
                      <a:r>
                        <a:rPr sz="1800" spc="-10" dirty="0">
                          <a:latin typeface="Arial"/>
                          <a:cs typeface="Arial"/>
                        </a:rPr>
                        <a:t>C_Name</a:t>
                      </a:r>
                      <a:endParaRPr sz="1800">
                        <a:latin typeface="Arial"/>
                        <a:cs typeface="Arial"/>
                      </a:endParaRPr>
                    </a:p>
                  </a:txBody>
                  <a:tcPr marL="0" marR="0" marT="34290" marB="0">
                    <a:lnB w="28575">
                      <a:solidFill>
                        <a:srgbClr val="000000"/>
                      </a:solidFill>
                      <a:prstDash val="solid"/>
                    </a:lnB>
                    <a:solidFill>
                      <a:srgbClr val="B8D4F9"/>
                    </a:solidFill>
                  </a:tcPr>
                </a:tc>
                <a:tc>
                  <a:txBody>
                    <a:bodyPr/>
                    <a:lstStyle/>
                    <a:p>
                      <a:pPr marL="264160">
                        <a:lnSpc>
                          <a:spcPct val="100000"/>
                        </a:lnSpc>
                        <a:spcBef>
                          <a:spcPts val="270"/>
                        </a:spcBef>
                      </a:pPr>
                      <a:r>
                        <a:rPr sz="1800" spc="-10" dirty="0">
                          <a:latin typeface="Arial"/>
                          <a:cs typeface="Arial"/>
                        </a:rPr>
                        <a:t>b.ComID</a:t>
                      </a:r>
                      <a:endParaRPr sz="1800">
                        <a:latin typeface="Arial"/>
                        <a:cs typeface="Arial"/>
                      </a:endParaRPr>
                    </a:p>
                  </a:txBody>
                  <a:tcPr marL="0" marR="0" marT="34290" marB="0">
                    <a:lnB w="28575">
                      <a:solidFill>
                        <a:srgbClr val="000000"/>
                      </a:solidFill>
                      <a:prstDash val="solid"/>
                    </a:lnB>
                    <a:solidFill>
                      <a:srgbClr val="B8D4F9"/>
                    </a:solidFill>
                  </a:tcPr>
                </a:tc>
                <a:tc>
                  <a:txBody>
                    <a:bodyPr/>
                    <a:lstStyle/>
                    <a:p>
                      <a:pPr marL="160655">
                        <a:lnSpc>
                          <a:spcPct val="100000"/>
                        </a:lnSpc>
                        <a:spcBef>
                          <a:spcPts val="270"/>
                        </a:spcBef>
                      </a:pPr>
                      <a:r>
                        <a:rPr sz="1800" spc="-10" dirty="0">
                          <a:latin typeface="Arial"/>
                          <a:cs typeface="Arial"/>
                        </a:rPr>
                        <a:t>I_Name</a:t>
                      </a:r>
                      <a:endParaRPr sz="1800">
                        <a:latin typeface="Arial"/>
                        <a:cs typeface="Arial"/>
                      </a:endParaRPr>
                    </a:p>
                  </a:txBody>
                  <a:tcPr marL="0" marR="0" marT="34290" marB="0">
                    <a:lnB w="28575">
                      <a:solidFill>
                        <a:srgbClr val="000000"/>
                      </a:solidFill>
                      <a:prstDash val="solid"/>
                    </a:lnB>
                    <a:solidFill>
                      <a:srgbClr val="B8D4F9"/>
                    </a:solidFill>
                  </a:tcPr>
                </a:tc>
                <a:tc rowSpan="9">
                  <a:txBody>
                    <a:bodyPr/>
                    <a:lstStyle/>
                    <a:p>
                      <a:pPr>
                        <a:lnSpc>
                          <a:spcPct val="100000"/>
                        </a:lnSpc>
                      </a:pPr>
                      <a:endParaRPr sz="1800">
                        <a:latin typeface="Times New Roman"/>
                        <a:cs typeface="Times New Roman"/>
                      </a:endParaRPr>
                    </a:p>
                  </a:txBody>
                  <a:tcPr marL="0" marR="0" marT="0" marB="0">
                    <a:solidFill>
                      <a:srgbClr val="B8D4F9"/>
                    </a:solidFill>
                  </a:tcPr>
                </a:tc>
                <a:extLst>
                  <a:ext uri="{0D108BD9-81ED-4DB2-BD59-A6C34878D82A}">
                    <a16:rowId xmlns:a16="http://schemas.microsoft.com/office/drawing/2014/main" val="10000"/>
                  </a:ext>
                </a:extLst>
              </a:tr>
              <a:tr h="387985">
                <a:tc>
                  <a:txBody>
                    <a:bodyPr/>
                    <a:lstStyle/>
                    <a:p>
                      <a:pPr marL="281305">
                        <a:lnSpc>
                          <a:spcPct val="100000"/>
                        </a:lnSpc>
                        <a:spcBef>
                          <a:spcPts val="750"/>
                        </a:spcBef>
                      </a:pPr>
                      <a:r>
                        <a:rPr sz="1800" spc="-25" dirty="0">
                          <a:latin typeface="Arial"/>
                          <a:cs typeface="Arial"/>
                        </a:rPr>
                        <a:t>16</a:t>
                      </a:r>
                      <a:endParaRPr sz="1800">
                        <a:latin typeface="Arial"/>
                        <a:cs typeface="Arial"/>
                      </a:endParaRPr>
                    </a:p>
                  </a:txBody>
                  <a:tcPr marL="0" marR="0" marT="95250" marB="0">
                    <a:lnT w="28575">
                      <a:solidFill>
                        <a:srgbClr val="000000"/>
                      </a:solidFill>
                      <a:prstDash val="solid"/>
                    </a:lnT>
                    <a:solidFill>
                      <a:srgbClr val="B8D4F9"/>
                    </a:solidFill>
                  </a:tcPr>
                </a:tc>
                <a:tc>
                  <a:txBody>
                    <a:bodyPr/>
                    <a:lstStyle/>
                    <a:p>
                      <a:pPr marL="89535">
                        <a:lnSpc>
                          <a:spcPct val="100000"/>
                        </a:lnSpc>
                        <a:spcBef>
                          <a:spcPts val="750"/>
                        </a:spcBef>
                      </a:pPr>
                      <a:r>
                        <a:rPr sz="1800" dirty="0">
                          <a:latin typeface="Arial"/>
                          <a:cs typeface="Arial"/>
                        </a:rPr>
                        <a:t>Akas</a:t>
                      </a:r>
                      <a:r>
                        <a:rPr sz="1800" spc="-5" dirty="0">
                          <a:latin typeface="Arial"/>
                          <a:cs typeface="Arial"/>
                        </a:rPr>
                        <a:t> </a:t>
                      </a:r>
                      <a:r>
                        <a:rPr sz="1800" spc="-10" dirty="0">
                          <a:latin typeface="Arial"/>
                          <a:cs typeface="Arial"/>
                        </a:rPr>
                        <a:t>Foods</a:t>
                      </a:r>
                      <a:endParaRPr sz="1800">
                        <a:latin typeface="Arial"/>
                        <a:cs typeface="Arial"/>
                      </a:endParaRPr>
                    </a:p>
                  </a:txBody>
                  <a:tcPr marL="0" marR="0" marT="95250" marB="0">
                    <a:lnT w="28575">
                      <a:solidFill>
                        <a:srgbClr val="000000"/>
                      </a:solidFill>
                      <a:prstDash val="solid"/>
                    </a:lnT>
                    <a:solidFill>
                      <a:srgbClr val="B8D4F9"/>
                    </a:solidFill>
                  </a:tcPr>
                </a:tc>
                <a:tc>
                  <a:txBody>
                    <a:bodyPr/>
                    <a:lstStyle/>
                    <a:p>
                      <a:pPr marL="119380" algn="ctr">
                        <a:lnSpc>
                          <a:spcPct val="100000"/>
                        </a:lnSpc>
                        <a:spcBef>
                          <a:spcPts val="750"/>
                        </a:spcBef>
                      </a:pPr>
                      <a:r>
                        <a:rPr sz="1800" spc="-25" dirty="0">
                          <a:latin typeface="Arial"/>
                          <a:cs typeface="Arial"/>
                        </a:rPr>
                        <a:t>16</a:t>
                      </a:r>
                      <a:endParaRPr sz="1800">
                        <a:latin typeface="Arial"/>
                        <a:cs typeface="Arial"/>
                      </a:endParaRPr>
                    </a:p>
                  </a:txBody>
                  <a:tcPr marL="0" marR="0" marT="95250" marB="0">
                    <a:lnT w="28575">
                      <a:solidFill>
                        <a:srgbClr val="000000"/>
                      </a:solidFill>
                      <a:prstDash val="solid"/>
                    </a:lnT>
                    <a:solidFill>
                      <a:srgbClr val="B8D4F9"/>
                    </a:solidFill>
                  </a:tcPr>
                </a:tc>
                <a:tc>
                  <a:txBody>
                    <a:bodyPr/>
                    <a:lstStyle/>
                    <a:p>
                      <a:pPr marL="130175">
                        <a:lnSpc>
                          <a:spcPct val="100000"/>
                        </a:lnSpc>
                        <a:spcBef>
                          <a:spcPts val="750"/>
                        </a:spcBef>
                      </a:pPr>
                      <a:r>
                        <a:rPr sz="1800" dirty="0">
                          <a:latin typeface="Arial"/>
                          <a:cs typeface="Arial"/>
                        </a:rPr>
                        <a:t>Chex</a:t>
                      </a:r>
                      <a:r>
                        <a:rPr sz="1800" spc="-5" dirty="0">
                          <a:latin typeface="Arial"/>
                          <a:cs typeface="Arial"/>
                        </a:rPr>
                        <a:t> </a:t>
                      </a:r>
                      <a:r>
                        <a:rPr sz="1800" spc="-25" dirty="0">
                          <a:latin typeface="Arial"/>
                          <a:cs typeface="Arial"/>
                        </a:rPr>
                        <a:t>Mix</a:t>
                      </a:r>
                      <a:endParaRPr sz="1800">
                        <a:latin typeface="Arial"/>
                        <a:cs typeface="Arial"/>
                      </a:endParaRPr>
                    </a:p>
                  </a:txBody>
                  <a:tcPr marL="0" marR="0" marT="95250" marB="0">
                    <a:lnT w="28575">
                      <a:solidFill>
                        <a:srgbClr val="000000"/>
                      </a:solidFill>
                      <a:prstDash val="solid"/>
                    </a:lnT>
                    <a:solidFill>
                      <a:srgbClr val="B8D4F9"/>
                    </a:solidFill>
                  </a:tcPr>
                </a:tc>
                <a:tc vMerge="1">
                  <a:txBody>
                    <a:bodyPr/>
                    <a:lstStyle/>
                    <a:p>
                      <a:endParaRPr/>
                    </a:p>
                  </a:txBody>
                  <a:tcPr marL="0" marR="0" marT="0" marB="0">
                    <a:solidFill>
                      <a:srgbClr val="B8D4F9"/>
                    </a:solidFill>
                  </a:tcPr>
                </a:tc>
                <a:extLst>
                  <a:ext uri="{0D108BD9-81ED-4DB2-BD59-A6C34878D82A}">
                    <a16:rowId xmlns:a16="http://schemas.microsoft.com/office/drawing/2014/main" val="10001"/>
                  </a:ext>
                </a:extLst>
              </a:tr>
              <a:tr h="280035">
                <a:tc>
                  <a:txBody>
                    <a:bodyPr/>
                    <a:lstStyle/>
                    <a:p>
                      <a:pPr marL="215900">
                        <a:lnSpc>
                          <a:spcPts val="2110"/>
                        </a:lnSpc>
                      </a:pPr>
                      <a:r>
                        <a:rPr sz="1800" spc="-25" dirty="0">
                          <a:latin typeface="Arial"/>
                          <a:cs typeface="Arial"/>
                        </a:rPr>
                        <a:t>15</a:t>
                      </a:r>
                      <a:endParaRPr sz="1800">
                        <a:latin typeface="Arial"/>
                        <a:cs typeface="Arial"/>
                      </a:endParaRPr>
                    </a:p>
                  </a:txBody>
                  <a:tcPr marL="0" marR="0" marT="0" marB="0">
                    <a:solidFill>
                      <a:srgbClr val="B8D4F9"/>
                    </a:solidFill>
                  </a:tcPr>
                </a:tc>
                <a:tc>
                  <a:txBody>
                    <a:bodyPr/>
                    <a:lstStyle/>
                    <a:p>
                      <a:pPr marL="26034">
                        <a:lnSpc>
                          <a:spcPts val="2110"/>
                        </a:lnSpc>
                      </a:pPr>
                      <a:r>
                        <a:rPr sz="1800" dirty="0">
                          <a:latin typeface="Arial"/>
                          <a:cs typeface="Arial"/>
                        </a:rPr>
                        <a:t>Jack</a:t>
                      </a:r>
                      <a:r>
                        <a:rPr sz="1800" spc="-25" dirty="0">
                          <a:latin typeface="Arial"/>
                          <a:cs typeface="Arial"/>
                        </a:rPr>
                        <a:t> </a:t>
                      </a:r>
                      <a:r>
                        <a:rPr sz="1800" dirty="0">
                          <a:latin typeface="Arial"/>
                          <a:cs typeface="Arial"/>
                        </a:rPr>
                        <a:t>Hill</a:t>
                      </a:r>
                      <a:r>
                        <a:rPr sz="1800" spc="-25" dirty="0">
                          <a:latin typeface="Arial"/>
                          <a:cs typeface="Arial"/>
                        </a:rPr>
                        <a:t> Ltd</a:t>
                      </a:r>
                      <a:endParaRPr sz="1800">
                        <a:latin typeface="Arial"/>
                        <a:cs typeface="Arial"/>
                      </a:endParaRPr>
                    </a:p>
                  </a:txBody>
                  <a:tcPr marL="0" marR="0" marT="0" marB="0">
                    <a:solidFill>
                      <a:srgbClr val="B8D4F9"/>
                    </a:solidFill>
                  </a:tcPr>
                </a:tc>
                <a:tc>
                  <a:txBody>
                    <a:bodyPr/>
                    <a:lstStyle/>
                    <a:p>
                      <a:pPr marL="43180" algn="ctr">
                        <a:lnSpc>
                          <a:spcPts val="2110"/>
                        </a:lnSpc>
                      </a:pPr>
                      <a:r>
                        <a:rPr sz="1800" spc="-25" dirty="0">
                          <a:latin typeface="Arial"/>
                          <a:cs typeface="Arial"/>
                        </a:rPr>
                        <a:t>15</a:t>
                      </a:r>
                      <a:endParaRPr sz="1800">
                        <a:latin typeface="Arial"/>
                        <a:cs typeface="Arial"/>
                      </a:endParaRPr>
                    </a:p>
                  </a:txBody>
                  <a:tcPr marL="0" marR="0" marT="0" marB="0">
                    <a:solidFill>
                      <a:srgbClr val="B8D4F9"/>
                    </a:solidFill>
                  </a:tcPr>
                </a:tc>
                <a:tc>
                  <a:txBody>
                    <a:bodyPr/>
                    <a:lstStyle/>
                    <a:p>
                      <a:pPr marL="92710">
                        <a:lnSpc>
                          <a:spcPts val="2110"/>
                        </a:lnSpc>
                      </a:pPr>
                      <a:r>
                        <a:rPr sz="1800" spc="-10" dirty="0">
                          <a:latin typeface="Arial"/>
                          <a:cs typeface="Arial"/>
                        </a:rPr>
                        <a:t>Cheez-</a:t>
                      </a:r>
                      <a:r>
                        <a:rPr sz="1800" spc="-35" dirty="0">
                          <a:latin typeface="Arial"/>
                          <a:cs typeface="Arial"/>
                        </a:rPr>
                        <a:t>It</a:t>
                      </a:r>
                      <a:endParaRPr sz="1800">
                        <a:latin typeface="Arial"/>
                        <a:cs typeface="Arial"/>
                      </a:endParaRPr>
                    </a:p>
                  </a:txBody>
                  <a:tcPr marL="0" marR="0" marT="0" marB="0">
                    <a:solidFill>
                      <a:srgbClr val="B8D4F9"/>
                    </a:solidFill>
                  </a:tcPr>
                </a:tc>
                <a:tc vMerge="1">
                  <a:txBody>
                    <a:bodyPr/>
                    <a:lstStyle/>
                    <a:p>
                      <a:endParaRPr/>
                    </a:p>
                  </a:txBody>
                  <a:tcPr marL="0" marR="0" marT="0" marB="0">
                    <a:solidFill>
                      <a:srgbClr val="B8D4F9"/>
                    </a:solidFill>
                  </a:tcPr>
                </a:tc>
                <a:extLst>
                  <a:ext uri="{0D108BD9-81ED-4DB2-BD59-A6C34878D82A}">
                    <a16:rowId xmlns:a16="http://schemas.microsoft.com/office/drawing/2014/main" val="10002"/>
                  </a:ext>
                </a:extLst>
              </a:tr>
              <a:tr h="274320">
                <a:tc>
                  <a:txBody>
                    <a:bodyPr/>
                    <a:lstStyle/>
                    <a:p>
                      <a:pPr marL="215900">
                        <a:lnSpc>
                          <a:spcPts val="2060"/>
                        </a:lnSpc>
                      </a:pPr>
                      <a:r>
                        <a:rPr sz="1800" spc="-25" dirty="0">
                          <a:latin typeface="Arial"/>
                          <a:cs typeface="Arial"/>
                        </a:rPr>
                        <a:t>15</a:t>
                      </a:r>
                      <a:endParaRPr sz="1800">
                        <a:latin typeface="Arial"/>
                        <a:cs typeface="Arial"/>
                      </a:endParaRPr>
                    </a:p>
                  </a:txBody>
                  <a:tcPr marL="0" marR="0" marT="0" marB="0">
                    <a:solidFill>
                      <a:srgbClr val="B8D4F9"/>
                    </a:solidFill>
                  </a:tcPr>
                </a:tc>
                <a:tc>
                  <a:txBody>
                    <a:bodyPr/>
                    <a:lstStyle/>
                    <a:p>
                      <a:pPr marL="26034">
                        <a:lnSpc>
                          <a:spcPts val="2060"/>
                        </a:lnSpc>
                      </a:pPr>
                      <a:r>
                        <a:rPr sz="1800" dirty="0">
                          <a:latin typeface="Arial"/>
                          <a:cs typeface="Arial"/>
                        </a:rPr>
                        <a:t>Jack</a:t>
                      </a:r>
                      <a:r>
                        <a:rPr sz="1800" spc="-25" dirty="0">
                          <a:latin typeface="Arial"/>
                          <a:cs typeface="Arial"/>
                        </a:rPr>
                        <a:t> </a:t>
                      </a:r>
                      <a:r>
                        <a:rPr sz="1800" dirty="0">
                          <a:latin typeface="Arial"/>
                          <a:cs typeface="Arial"/>
                        </a:rPr>
                        <a:t>Hill</a:t>
                      </a:r>
                      <a:r>
                        <a:rPr sz="1800" spc="-25" dirty="0">
                          <a:latin typeface="Arial"/>
                          <a:cs typeface="Arial"/>
                        </a:rPr>
                        <a:t> Ltd</a:t>
                      </a:r>
                      <a:endParaRPr sz="1800">
                        <a:latin typeface="Arial"/>
                        <a:cs typeface="Arial"/>
                      </a:endParaRPr>
                    </a:p>
                  </a:txBody>
                  <a:tcPr marL="0" marR="0" marT="0" marB="0">
                    <a:solidFill>
                      <a:srgbClr val="B8D4F9"/>
                    </a:solidFill>
                  </a:tcPr>
                </a:tc>
                <a:tc>
                  <a:txBody>
                    <a:bodyPr/>
                    <a:lstStyle/>
                    <a:p>
                      <a:pPr marL="43180" algn="ctr">
                        <a:lnSpc>
                          <a:spcPts val="2060"/>
                        </a:lnSpc>
                      </a:pPr>
                      <a:r>
                        <a:rPr sz="1800" spc="-25" dirty="0">
                          <a:latin typeface="Arial"/>
                          <a:cs typeface="Arial"/>
                        </a:rPr>
                        <a:t>15</a:t>
                      </a:r>
                      <a:endParaRPr sz="1800">
                        <a:latin typeface="Arial"/>
                        <a:cs typeface="Arial"/>
                      </a:endParaRPr>
                    </a:p>
                  </a:txBody>
                  <a:tcPr marL="0" marR="0" marT="0" marB="0">
                    <a:solidFill>
                      <a:srgbClr val="B8D4F9"/>
                    </a:solidFill>
                  </a:tcPr>
                </a:tc>
                <a:tc>
                  <a:txBody>
                    <a:bodyPr/>
                    <a:lstStyle/>
                    <a:p>
                      <a:pPr marL="92710">
                        <a:lnSpc>
                          <a:spcPts val="2060"/>
                        </a:lnSpc>
                      </a:pPr>
                      <a:r>
                        <a:rPr sz="1800" dirty="0">
                          <a:latin typeface="Arial"/>
                          <a:cs typeface="Arial"/>
                        </a:rPr>
                        <a:t>BN</a:t>
                      </a:r>
                      <a:r>
                        <a:rPr sz="1800" spc="-10" dirty="0">
                          <a:latin typeface="Arial"/>
                          <a:cs typeface="Arial"/>
                        </a:rPr>
                        <a:t> Biscuit</a:t>
                      </a:r>
                      <a:endParaRPr sz="1800">
                        <a:latin typeface="Arial"/>
                        <a:cs typeface="Arial"/>
                      </a:endParaRPr>
                    </a:p>
                  </a:txBody>
                  <a:tcPr marL="0" marR="0" marT="0" marB="0">
                    <a:solidFill>
                      <a:srgbClr val="B8D4F9"/>
                    </a:solidFill>
                  </a:tcPr>
                </a:tc>
                <a:tc vMerge="1">
                  <a:txBody>
                    <a:bodyPr/>
                    <a:lstStyle/>
                    <a:p>
                      <a:endParaRPr/>
                    </a:p>
                  </a:txBody>
                  <a:tcPr marL="0" marR="0" marT="0" marB="0">
                    <a:solidFill>
                      <a:srgbClr val="B8D4F9"/>
                    </a:solidFill>
                  </a:tcPr>
                </a:tc>
                <a:extLst>
                  <a:ext uri="{0D108BD9-81ED-4DB2-BD59-A6C34878D82A}">
                    <a16:rowId xmlns:a16="http://schemas.microsoft.com/office/drawing/2014/main" val="10003"/>
                  </a:ext>
                </a:extLst>
              </a:tr>
              <a:tr h="274320">
                <a:tc>
                  <a:txBody>
                    <a:bodyPr/>
                    <a:lstStyle/>
                    <a:p>
                      <a:pPr marL="215900">
                        <a:lnSpc>
                          <a:spcPts val="2060"/>
                        </a:lnSpc>
                      </a:pPr>
                      <a:r>
                        <a:rPr sz="1800" spc="-25" dirty="0">
                          <a:latin typeface="Arial"/>
                          <a:cs typeface="Arial"/>
                        </a:rPr>
                        <a:t>17</a:t>
                      </a:r>
                      <a:endParaRPr sz="1800">
                        <a:latin typeface="Arial"/>
                        <a:cs typeface="Arial"/>
                      </a:endParaRPr>
                    </a:p>
                  </a:txBody>
                  <a:tcPr marL="0" marR="0" marT="0" marB="0">
                    <a:solidFill>
                      <a:srgbClr val="B8D4F9"/>
                    </a:solidFill>
                  </a:tcPr>
                </a:tc>
                <a:tc>
                  <a:txBody>
                    <a:bodyPr/>
                    <a:lstStyle/>
                    <a:p>
                      <a:pPr marL="26034">
                        <a:lnSpc>
                          <a:spcPts val="2060"/>
                        </a:lnSpc>
                      </a:pPr>
                      <a:r>
                        <a:rPr sz="1800" spc="-10" dirty="0">
                          <a:latin typeface="Arial"/>
                          <a:cs typeface="Arial"/>
                        </a:rPr>
                        <a:t>Foodies.</a:t>
                      </a:r>
                      <a:endParaRPr sz="1800">
                        <a:latin typeface="Arial"/>
                        <a:cs typeface="Arial"/>
                      </a:endParaRPr>
                    </a:p>
                  </a:txBody>
                  <a:tcPr marL="0" marR="0" marT="0" marB="0">
                    <a:solidFill>
                      <a:srgbClr val="B8D4F9"/>
                    </a:solidFill>
                  </a:tcPr>
                </a:tc>
                <a:tc>
                  <a:txBody>
                    <a:bodyPr/>
                    <a:lstStyle/>
                    <a:p>
                      <a:pPr marR="20955" algn="ctr">
                        <a:lnSpc>
                          <a:spcPts val="2060"/>
                        </a:lnSpc>
                      </a:pPr>
                      <a:r>
                        <a:rPr sz="1800" spc="-25" dirty="0">
                          <a:latin typeface="Arial"/>
                          <a:cs typeface="Arial"/>
                        </a:rPr>
                        <a:t>17</a:t>
                      </a:r>
                      <a:endParaRPr sz="1800">
                        <a:latin typeface="Arial"/>
                        <a:cs typeface="Arial"/>
                      </a:endParaRPr>
                    </a:p>
                  </a:txBody>
                  <a:tcPr marL="0" marR="0" marT="0" marB="0">
                    <a:solidFill>
                      <a:srgbClr val="B8D4F9"/>
                    </a:solidFill>
                  </a:tcPr>
                </a:tc>
                <a:tc>
                  <a:txBody>
                    <a:bodyPr/>
                    <a:lstStyle/>
                    <a:p>
                      <a:pPr marL="119380">
                        <a:lnSpc>
                          <a:spcPts val="2060"/>
                        </a:lnSpc>
                      </a:pPr>
                      <a:r>
                        <a:rPr sz="1800" dirty="0">
                          <a:latin typeface="Arial"/>
                          <a:cs typeface="Arial"/>
                        </a:rPr>
                        <a:t>Mighty</a:t>
                      </a:r>
                      <a:r>
                        <a:rPr sz="1800" spc="-5" dirty="0">
                          <a:latin typeface="Arial"/>
                          <a:cs typeface="Arial"/>
                        </a:rPr>
                        <a:t> </a:t>
                      </a:r>
                      <a:r>
                        <a:rPr sz="1800" spc="-10" dirty="0">
                          <a:latin typeface="Arial"/>
                          <a:cs typeface="Arial"/>
                        </a:rPr>
                        <a:t>Munch</a:t>
                      </a:r>
                      <a:endParaRPr sz="1800">
                        <a:latin typeface="Arial"/>
                        <a:cs typeface="Arial"/>
                      </a:endParaRPr>
                    </a:p>
                  </a:txBody>
                  <a:tcPr marL="0" marR="0" marT="0" marB="0">
                    <a:solidFill>
                      <a:srgbClr val="B8D4F9"/>
                    </a:solidFill>
                  </a:tcPr>
                </a:tc>
                <a:tc vMerge="1">
                  <a:txBody>
                    <a:bodyPr/>
                    <a:lstStyle/>
                    <a:p>
                      <a:endParaRPr/>
                    </a:p>
                  </a:txBody>
                  <a:tcPr marL="0" marR="0" marT="0" marB="0">
                    <a:solidFill>
                      <a:srgbClr val="B8D4F9"/>
                    </a:solidFill>
                  </a:tcPr>
                </a:tc>
                <a:extLst>
                  <a:ext uri="{0D108BD9-81ED-4DB2-BD59-A6C34878D82A}">
                    <a16:rowId xmlns:a16="http://schemas.microsoft.com/office/drawing/2014/main" val="10004"/>
                  </a:ext>
                </a:extLst>
              </a:tr>
              <a:tr h="274320">
                <a:tc>
                  <a:txBody>
                    <a:bodyPr/>
                    <a:lstStyle/>
                    <a:p>
                      <a:pPr marL="215900">
                        <a:lnSpc>
                          <a:spcPts val="2060"/>
                        </a:lnSpc>
                      </a:pPr>
                      <a:r>
                        <a:rPr sz="1800" spc="-25" dirty="0">
                          <a:latin typeface="Arial"/>
                          <a:cs typeface="Arial"/>
                        </a:rPr>
                        <a:t>15</a:t>
                      </a:r>
                      <a:endParaRPr sz="1800">
                        <a:latin typeface="Arial"/>
                        <a:cs typeface="Arial"/>
                      </a:endParaRPr>
                    </a:p>
                  </a:txBody>
                  <a:tcPr marL="0" marR="0" marT="0" marB="0">
                    <a:solidFill>
                      <a:srgbClr val="B8D4F9"/>
                    </a:solidFill>
                  </a:tcPr>
                </a:tc>
                <a:tc>
                  <a:txBody>
                    <a:bodyPr/>
                    <a:lstStyle/>
                    <a:p>
                      <a:pPr marL="26034">
                        <a:lnSpc>
                          <a:spcPts val="2060"/>
                        </a:lnSpc>
                      </a:pPr>
                      <a:r>
                        <a:rPr sz="1800" dirty="0">
                          <a:latin typeface="Arial"/>
                          <a:cs typeface="Arial"/>
                        </a:rPr>
                        <a:t>Jack</a:t>
                      </a:r>
                      <a:r>
                        <a:rPr sz="1800" spc="-25" dirty="0">
                          <a:latin typeface="Arial"/>
                          <a:cs typeface="Arial"/>
                        </a:rPr>
                        <a:t> </a:t>
                      </a:r>
                      <a:r>
                        <a:rPr sz="1800" dirty="0">
                          <a:latin typeface="Arial"/>
                          <a:cs typeface="Arial"/>
                        </a:rPr>
                        <a:t>Hill</a:t>
                      </a:r>
                      <a:r>
                        <a:rPr sz="1800" spc="-25" dirty="0">
                          <a:latin typeface="Arial"/>
                          <a:cs typeface="Arial"/>
                        </a:rPr>
                        <a:t> Ltd</a:t>
                      </a:r>
                      <a:endParaRPr sz="1800">
                        <a:latin typeface="Arial"/>
                        <a:cs typeface="Arial"/>
                      </a:endParaRPr>
                    </a:p>
                  </a:txBody>
                  <a:tcPr marL="0" marR="0" marT="0" marB="0">
                    <a:solidFill>
                      <a:srgbClr val="B8D4F9"/>
                    </a:solidFill>
                  </a:tcPr>
                </a:tc>
                <a:tc>
                  <a:txBody>
                    <a:bodyPr/>
                    <a:lstStyle/>
                    <a:p>
                      <a:pPr marL="43180" algn="ctr">
                        <a:lnSpc>
                          <a:spcPts val="2060"/>
                        </a:lnSpc>
                      </a:pPr>
                      <a:r>
                        <a:rPr sz="1800" spc="-25" dirty="0">
                          <a:latin typeface="Arial"/>
                          <a:cs typeface="Arial"/>
                        </a:rPr>
                        <a:t>15</a:t>
                      </a:r>
                      <a:endParaRPr sz="1800">
                        <a:latin typeface="Arial"/>
                        <a:cs typeface="Arial"/>
                      </a:endParaRPr>
                    </a:p>
                  </a:txBody>
                  <a:tcPr marL="0" marR="0" marT="0" marB="0">
                    <a:solidFill>
                      <a:srgbClr val="B8D4F9"/>
                    </a:solidFill>
                  </a:tcPr>
                </a:tc>
                <a:tc>
                  <a:txBody>
                    <a:bodyPr/>
                    <a:lstStyle/>
                    <a:p>
                      <a:pPr marL="156210">
                        <a:lnSpc>
                          <a:spcPts val="2060"/>
                        </a:lnSpc>
                      </a:pPr>
                      <a:r>
                        <a:rPr sz="1800" dirty="0">
                          <a:latin typeface="Arial"/>
                          <a:cs typeface="Arial"/>
                        </a:rPr>
                        <a:t>Pot</a:t>
                      </a:r>
                      <a:r>
                        <a:rPr sz="1800" spc="-25" dirty="0">
                          <a:latin typeface="Arial"/>
                          <a:cs typeface="Arial"/>
                        </a:rPr>
                        <a:t> </a:t>
                      </a:r>
                      <a:r>
                        <a:rPr sz="1800" spc="-20" dirty="0">
                          <a:latin typeface="Arial"/>
                          <a:cs typeface="Arial"/>
                        </a:rPr>
                        <a:t>Rice</a:t>
                      </a:r>
                      <a:endParaRPr sz="1800">
                        <a:latin typeface="Arial"/>
                        <a:cs typeface="Arial"/>
                      </a:endParaRPr>
                    </a:p>
                  </a:txBody>
                  <a:tcPr marL="0" marR="0" marT="0" marB="0">
                    <a:solidFill>
                      <a:srgbClr val="B8D4F9"/>
                    </a:solidFill>
                  </a:tcPr>
                </a:tc>
                <a:tc vMerge="1">
                  <a:txBody>
                    <a:bodyPr/>
                    <a:lstStyle/>
                    <a:p>
                      <a:endParaRPr/>
                    </a:p>
                  </a:txBody>
                  <a:tcPr marL="0" marR="0" marT="0" marB="0">
                    <a:solidFill>
                      <a:srgbClr val="B8D4F9"/>
                    </a:solidFill>
                  </a:tcPr>
                </a:tc>
                <a:extLst>
                  <a:ext uri="{0D108BD9-81ED-4DB2-BD59-A6C34878D82A}">
                    <a16:rowId xmlns:a16="http://schemas.microsoft.com/office/drawing/2014/main" val="10005"/>
                  </a:ext>
                </a:extLst>
              </a:tr>
              <a:tr h="274320">
                <a:tc>
                  <a:txBody>
                    <a:bodyPr/>
                    <a:lstStyle/>
                    <a:p>
                      <a:pPr marL="215900">
                        <a:lnSpc>
                          <a:spcPts val="2060"/>
                        </a:lnSpc>
                      </a:pPr>
                      <a:r>
                        <a:rPr sz="1800" spc="-25" dirty="0">
                          <a:latin typeface="Arial"/>
                          <a:cs typeface="Arial"/>
                        </a:rPr>
                        <a:t>18</a:t>
                      </a:r>
                      <a:endParaRPr sz="1800">
                        <a:latin typeface="Arial"/>
                        <a:cs typeface="Arial"/>
                      </a:endParaRPr>
                    </a:p>
                  </a:txBody>
                  <a:tcPr marL="0" marR="0" marT="0" marB="0">
                    <a:solidFill>
                      <a:srgbClr val="B8D4F9"/>
                    </a:solidFill>
                  </a:tcPr>
                </a:tc>
                <a:tc>
                  <a:txBody>
                    <a:bodyPr/>
                    <a:lstStyle/>
                    <a:p>
                      <a:pPr marL="26034">
                        <a:lnSpc>
                          <a:spcPts val="2060"/>
                        </a:lnSpc>
                      </a:pPr>
                      <a:r>
                        <a:rPr sz="1800" dirty="0">
                          <a:latin typeface="Arial"/>
                          <a:cs typeface="Arial"/>
                        </a:rPr>
                        <a:t>Order</a:t>
                      </a:r>
                      <a:r>
                        <a:rPr sz="1800" spc="-105" dirty="0">
                          <a:latin typeface="Arial"/>
                          <a:cs typeface="Arial"/>
                        </a:rPr>
                        <a:t> </a:t>
                      </a:r>
                      <a:r>
                        <a:rPr sz="1800" spc="-25" dirty="0">
                          <a:latin typeface="Arial"/>
                          <a:cs typeface="Arial"/>
                        </a:rPr>
                        <a:t>All</a:t>
                      </a:r>
                      <a:endParaRPr sz="1800">
                        <a:latin typeface="Arial"/>
                        <a:cs typeface="Arial"/>
                      </a:endParaRPr>
                    </a:p>
                  </a:txBody>
                  <a:tcPr marL="0" marR="0" marT="0" marB="0">
                    <a:solidFill>
                      <a:srgbClr val="B8D4F9"/>
                    </a:solidFill>
                  </a:tcPr>
                </a:tc>
                <a:tc>
                  <a:txBody>
                    <a:bodyPr/>
                    <a:lstStyle/>
                    <a:p>
                      <a:pPr marL="21590" algn="ctr">
                        <a:lnSpc>
                          <a:spcPts val="2060"/>
                        </a:lnSpc>
                      </a:pPr>
                      <a:r>
                        <a:rPr sz="1800" spc="-25" dirty="0">
                          <a:latin typeface="Arial"/>
                          <a:cs typeface="Arial"/>
                        </a:rPr>
                        <a:t>18</a:t>
                      </a:r>
                      <a:endParaRPr sz="1800">
                        <a:latin typeface="Arial"/>
                        <a:cs typeface="Arial"/>
                      </a:endParaRPr>
                    </a:p>
                  </a:txBody>
                  <a:tcPr marL="0" marR="0" marT="0" marB="0">
                    <a:solidFill>
                      <a:srgbClr val="B8D4F9"/>
                    </a:solidFill>
                  </a:tcPr>
                </a:tc>
                <a:tc>
                  <a:txBody>
                    <a:bodyPr/>
                    <a:lstStyle/>
                    <a:p>
                      <a:pPr marL="144780">
                        <a:lnSpc>
                          <a:spcPts val="2060"/>
                        </a:lnSpc>
                      </a:pPr>
                      <a:r>
                        <a:rPr sz="1800" dirty="0">
                          <a:latin typeface="Arial"/>
                          <a:cs typeface="Arial"/>
                        </a:rPr>
                        <a:t>Jaffa</a:t>
                      </a:r>
                      <a:r>
                        <a:rPr sz="1800" spc="-55" dirty="0">
                          <a:latin typeface="Arial"/>
                          <a:cs typeface="Arial"/>
                        </a:rPr>
                        <a:t> </a:t>
                      </a:r>
                      <a:r>
                        <a:rPr sz="1800" spc="-10" dirty="0">
                          <a:latin typeface="Arial"/>
                          <a:cs typeface="Arial"/>
                        </a:rPr>
                        <a:t>Cakes</a:t>
                      </a:r>
                      <a:endParaRPr sz="1800">
                        <a:latin typeface="Arial"/>
                        <a:cs typeface="Arial"/>
                      </a:endParaRPr>
                    </a:p>
                  </a:txBody>
                  <a:tcPr marL="0" marR="0" marT="0" marB="0">
                    <a:solidFill>
                      <a:srgbClr val="B8D4F9"/>
                    </a:solidFill>
                  </a:tcPr>
                </a:tc>
                <a:tc vMerge="1">
                  <a:txBody>
                    <a:bodyPr/>
                    <a:lstStyle/>
                    <a:p>
                      <a:endParaRPr/>
                    </a:p>
                  </a:txBody>
                  <a:tcPr marL="0" marR="0" marT="0" marB="0">
                    <a:solidFill>
                      <a:srgbClr val="B8D4F9"/>
                    </a:solidFill>
                  </a:tcPr>
                </a:tc>
                <a:extLst>
                  <a:ext uri="{0D108BD9-81ED-4DB2-BD59-A6C34878D82A}">
                    <a16:rowId xmlns:a16="http://schemas.microsoft.com/office/drawing/2014/main" val="10006"/>
                  </a:ext>
                </a:extLst>
              </a:tr>
              <a:tr h="274320">
                <a:tc>
                  <a:txBody>
                    <a:bodyPr/>
                    <a:lstStyle/>
                    <a:p>
                      <a:pPr>
                        <a:lnSpc>
                          <a:spcPct val="100000"/>
                        </a:lnSpc>
                      </a:pPr>
                      <a:endParaRPr sz="1700">
                        <a:latin typeface="Times New Roman"/>
                        <a:cs typeface="Times New Roman"/>
                      </a:endParaRPr>
                    </a:p>
                  </a:txBody>
                  <a:tcPr marL="0" marR="0" marT="0" marB="0">
                    <a:solidFill>
                      <a:srgbClr val="B8D4F9"/>
                    </a:solidFill>
                  </a:tcPr>
                </a:tc>
                <a:tc>
                  <a:txBody>
                    <a:bodyPr/>
                    <a:lstStyle/>
                    <a:p>
                      <a:pPr>
                        <a:lnSpc>
                          <a:spcPct val="100000"/>
                        </a:lnSpc>
                      </a:pPr>
                      <a:endParaRPr sz="1700">
                        <a:latin typeface="Times New Roman"/>
                        <a:cs typeface="Times New Roman"/>
                      </a:endParaRPr>
                    </a:p>
                  </a:txBody>
                  <a:tcPr marL="0" marR="0" marT="0" marB="0">
                    <a:solidFill>
                      <a:srgbClr val="B8D4F9"/>
                    </a:solidFill>
                  </a:tcPr>
                </a:tc>
                <a:tc>
                  <a:txBody>
                    <a:bodyPr/>
                    <a:lstStyle/>
                    <a:p>
                      <a:pPr>
                        <a:lnSpc>
                          <a:spcPct val="100000"/>
                        </a:lnSpc>
                      </a:pPr>
                      <a:endParaRPr sz="1700">
                        <a:latin typeface="Times New Roman"/>
                        <a:cs typeface="Times New Roman"/>
                      </a:endParaRPr>
                    </a:p>
                  </a:txBody>
                  <a:tcPr marL="0" marR="0" marT="0" marB="0">
                    <a:solidFill>
                      <a:srgbClr val="B8D4F9"/>
                    </a:solidFill>
                  </a:tcPr>
                </a:tc>
                <a:tc>
                  <a:txBody>
                    <a:bodyPr/>
                    <a:lstStyle/>
                    <a:p>
                      <a:pPr marL="155575">
                        <a:lnSpc>
                          <a:spcPts val="2060"/>
                        </a:lnSpc>
                      </a:pPr>
                      <a:r>
                        <a:rPr sz="1800" dirty="0">
                          <a:latin typeface="Arial"/>
                          <a:cs typeface="Arial"/>
                        </a:rPr>
                        <a:t>Salt</a:t>
                      </a:r>
                      <a:r>
                        <a:rPr sz="1800" spc="-15" dirty="0">
                          <a:latin typeface="Arial"/>
                          <a:cs typeface="Arial"/>
                        </a:rPr>
                        <a:t> </a:t>
                      </a:r>
                      <a:r>
                        <a:rPr sz="1800" dirty="0">
                          <a:latin typeface="Arial"/>
                          <a:cs typeface="Arial"/>
                        </a:rPr>
                        <a:t>n</a:t>
                      </a:r>
                      <a:r>
                        <a:rPr sz="1800" spc="-10" dirty="0">
                          <a:latin typeface="Arial"/>
                          <a:cs typeface="Arial"/>
                        </a:rPr>
                        <a:t> Shake</a:t>
                      </a:r>
                      <a:endParaRPr sz="1800">
                        <a:latin typeface="Arial"/>
                        <a:cs typeface="Arial"/>
                      </a:endParaRPr>
                    </a:p>
                  </a:txBody>
                  <a:tcPr marL="0" marR="0" marT="0" marB="0">
                    <a:solidFill>
                      <a:srgbClr val="B8D4F9"/>
                    </a:solidFill>
                  </a:tcPr>
                </a:tc>
                <a:tc vMerge="1">
                  <a:txBody>
                    <a:bodyPr/>
                    <a:lstStyle/>
                    <a:p>
                      <a:endParaRPr/>
                    </a:p>
                  </a:txBody>
                  <a:tcPr marL="0" marR="0" marT="0" marB="0">
                    <a:solidFill>
                      <a:srgbClr val="B8D4F9"/>
                    </a:solidFill>
                  </a:tcPr>
                </a:tc>
                <a:extLst>
                  <a:ext uri="{0D108BD9-81ED-4DB2-BD59-A6C34878D82A}">
                    <a16:rowId xmlns:a16="http://schemas.microsoft.com/office/drawing/2014/main" val="10007"/>
                  </a:ext>
                </a:extLst>
              </a:tr>
              <a:tr h="305435">
                <a:tc>
                  <a:txBody>
                    <a:bodyPr/>
                    <a:lstStyle/>
                    <a:p>
                      <a:pPr marL="215900">
                        <a:lnSpc>
                          <a:spcPts val="2065"/>
                        </a:lnSpc>
                      </a:pPr>
                      <a:r>
                        <a:rPr sz="1800" spc="-25" dirty="0">
                          <a:latin typeface="Arial"/>
                          <a:cs typeface="Arial"/>
                        </a:rPr>
                        <a:t>19</a:t>
                      </a:r>
                      <a:endParaRPr sz="1800">
                        <a:latin typeface="Arial"/>
                        <a:cs typeface="Arial"/>
                      </a:endParaRPr>
                    </a:p>
                  </a:txBody>
                  <a:tcPr marL="0" marR="0" marT="0" marB="0">
                    <a:solidFill>
                      <a:srgbClr val="B8D4F9"/>
                    </a:solidFill>
                  </a:tcPr>
                </a:tc>
                <a:tc>
                  <a:txBody>
                    <a:bodyPr/>
                    <a:lstStyle/>
                    <a:p>
                      <a:pPr marL="112395">
                        <a:lnSpc>
                          <a:spcPts val="2065"/>
                        </a:lnSpc>
                      </a:pPr>
                      <a:r>
                        <a:rPr sz="1800" spc="-10" dirty="0">
                          <a:latin typeface="Arial"/>
                          <a:cs typeface="Arial"/>
                        </a:rPr>
                        <a:t>sip-n-Bite.</a:t>
                      </a:r>
                      <a:endParaRPr sz="1800">
                        <a:latin typeface="Arial"/>
                        <a:cs typeface="Arial"/>
                      </a:endParaRPr>
                    </a:p>
                  </a:txBody>
                  <a:tcPr marL="0" marR="0" marT="0" marB="0">
                    <a:solidFill>
                      <a:srgbClr val="B8D4F9"/>
                    </a:solidFill>
                  </a:tcPr>
                </a:tc>
                <a:tc>
                  <a:txBody>
                    <a:bodyPr/>
                    <a:lstStyle/>
                    <a:p>
                      <a:pPr>
                        <a:lnSpc>
                          <a:spcPct val="100000"/>
                        </a:lnSpc>
                      </a:pPr>
                      <a:endParaRPr sz="1800">
                        <a:latin typeface="Times New Roman"/>
                        <a:cs typeface="Times New Roman"/>
                      </a:endParaRPr>
                    </a:p>
                  </a:txBody>
                  <a:tcPr marL="0" marR="0" marT="0" marB="0">
                    <a:solidFill>
                      <a:srgbClr val="B8D4F9"/>
                    </a:solidFill>
                  </a:tcPr>
                </a:tc>
                <a:tc>
                  <a:txBody>
                    <a:bodyPr/>
                    <a:lstStyle/>
                    <a:p>
                      <a:pPr>
                        <a:lnSpc>
                          <a:spcPct val="100000"/>
                        </a:lnSpc>
                      </a:pPr>
                      <a:endParaRPr sz="1800">
                        <a:latin typeface="Times New Roman"/>
                        <a:cs typeface="Times New Roman"/>
                      </a:endParaRPr>
                    </a:p>
                  </a:txBody>
                  <a:tcPr marL="0" marR="0" marT="0" marB="0">
                    <a:solidFill>
                      <a:srgbClr val="B8D4F9"/>
                    </a:solidFill>
                  </a:tcPr>
                </a:tc>
                <a:tc vMerge="1">
                  <a:txBody>
                    <a:bodyPr/>
                    <a:lstStyle/>
                    <a:p>
                      <a:endParaRPr/>
                    </a:p>
                  </a:txBody>
                  <a:tcPr marL="0" marR="0" marT="0" marB="0">
                    <a:solidFill>
                      <a:srgbClr val="B8D4F9"/>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758198"/>
            <a:ext cx="9117306" cy="609978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60</TotalTime>
  <Words>788</Words>
  <Application>Microsoft Office PowerPoint</Application>
  <PresentationFormat>On-screen Show (4:3)</PresentationFormat>
  <Paragraphs>199</Paragraphs>
  <Slides>18</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Office Theme</vt:lpstr>
      <vt:lpstr>Welcome  By: ROHIT_KUMAR</vt:lpstr>
      <vt:lpstr>TOPIC</vt:lpstr>
      <vt:lpstr>CONTENT</vt:lpstr>
      <vt:lpstr>INTRODUCTION</vt:lpstr>
      <vt:lpstr>DEFINITION</vt:lpstr>
      <vt:lpstr>TYPES</vt:lpstr>
      <vt:lpstr>INNER JOINS</vt:lpstr>
      <vt:lpstr>SCENARIO</vt:lpstr>
      <vt:lpstr>INNER JOINS</vt:lpstr>
      <vt:lpstr>RIGHT JOINS</vt:lpstr>
      <vt:lpstr>LEFT JOINS</vt:lpstr>
      <vt:lpstr>SCENARIO</vt:lpstr>
      <vt:lpstr>RIGHT JOINS QUARY:</vt:lpstr>
      <vt:lpstr>LEFT JOINS</vt:lpstr>
      <vt:lpstr>FULL JOINS</vt:lpstr>
      <vt:lpstr>SCENARIO</vt:lpstr>
      <vt:lpstr>FULL JOINS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 join-ppt</dc:title>
  <dc:creator>ROHIT KUMAR</dc:creator>
  <cp:lastModifiedBy>rohitrkkumar39@outlook.com</cp:lastModifiedBy>
  <cp:revision>3</cp:revision>
  <dcterms:created xsi:type="dcterms:W3CDTF">2026-02-27T06:38:35Z</dcterms:created>
  <dcterms:modified xsi:type="dcterms:W3CDTF">2026-06-04T06:54:29Z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2026-02-27T00:00:00Z</vt:filetime>
  </property>
  <property fmtid="{D5CDD505-2E9C-101B-9397-08002B2CF9AE}" pid="3" name="Creator">
    <vt:lpwstr>Google</vt:lpwstr>
  </property>
  <property fmtid="{D5CDD505-2E9C-101B-9397-08002B2CF9AE}" pid="4" name="LastSaved">
    <vt:filetime>2026-02-27T00:00:00Z</vt:filetime>
  </property>
  <property fmtid="{D5CDD505-2E9C-101B-9397-08002B2CF9AE}" pid="5" name="Producer">
    <vt:lpwstr>3-Heights(TM) PDF Security Shell 4.8.25.2 (http://www.pdf-tools.com)</vt:lpwstr>
  </property>
</Properties>
</file>